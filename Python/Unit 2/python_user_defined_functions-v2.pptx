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6" r:id="rId30"/>
    <p:sldId id="287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Verdana" panose="020B0604030504040204"/>
              </a:defRPr>
            </a:pP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Georgia" panose="02040502050405020303"/>
              </a:defRPr>
            </a:pPr>
            <a:r>
              <a:t>User-Defined Functions in Python</a:t>
            </a:r>
          </a:p>
          <a:p>
            <a:pPr>
              <a:defRPr sz="1800">
                <a:solidFill>
                  <a:srgbClr val="94A3B8"/>
                </a:solidFill>
                <a:latin typeface="Verdana" panose="020B0604030504040204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 What is a Function &amp; Why Use Functions?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What is a Function?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function is a block of code written to perform a particular task.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Common Use Cases: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Calculate total of numbers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Find square of a number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Calculate averages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Display custom messages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Check even/odd condition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Core Logic: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Instead of writing the same code repeatedly, place it inside a function and invoke it whenever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Why Do We Use Functions?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1. Code Reusability: Write once, run anywhere.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2. Avoid Repetition: Eliminates duplicate code blocks.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3. Program Division: Breaks large complex programs into smaller manageable modules.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4. Easy Understanding: Enhances overall code readability.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5. Easy Maintenance &amp; Debugging: Isolate errors and update features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What is a User-Defined Function?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Built-in Functions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Python provides many pre-packaged functions available immediately: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print() — Display output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len() — Calculate length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sum() — Total elements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max() — Find maximum value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min() — Find minimum value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These functions are natively built into Python's core library.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User-Defined Function (UDF)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Definition: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user-defined function is created by the programmer to perform a specific task according to custom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42255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EXAMPLE UDF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square(num):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return num * num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square() is a custom user-defined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Advantages of User-Defined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1. Code Reusability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Written once and called multiple times across the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2. Reduces Repetition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Eliminates duplicate logic, keeping code clean and concise.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564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3. Easy to Understand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Divides complex logic into clean, modular sub-tasks.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564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4. Easy to Maintain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Modify logic in one function without breaking the 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931920"/>
            <a:ext cx="34564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5. Easy Debugging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Isolate bugs rapidly within self-contained code blocks.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3931920"/>
            <a:ext cx="34564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6. Saves Time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Accelerates development by enabling modular reusability.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Defining a Function (`def` Keyword)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Syntax Breakdown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 → Keyword used to define a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function_name → Identifier name given to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parameters → Variables receiving input values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: → Colon marking start of function body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statements → Indented code block executing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GENERAL SYNTAX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function_name(parameters):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42255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CONCRETE EXAMPLE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greet():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print("Good Morning")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FUNCTION DEFINITION EXAMPLE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greet():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print("Good Morning")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Components: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def   : Keyword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greet : Name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()    : No parameters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body  : print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b="1"/>
              <a:t>Important Point:</a:t>
            </a:r>
            <a:endParaRPr b="1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Defining a function does NOT execute its statements.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function body remains idle until explicitly called.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To execute the code inside a function, Python must encounter a function call in the program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Calling a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What is Function Calling?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After defining a function, we must call it to execute its statements.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Syntax: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function_name()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FUNCTION CALL EXECUTION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greet():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print("Good Morning")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Function Call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Good Morning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Calling Multiple Times: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Function with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What are Parameters?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Parameters are variables written inside parentheses during function definition.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Purpose: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They allow functions to receive different values from the user when the function is called.</a:t>
            </a: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 Point: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Parameters make functions flexible — the same function performs operations on different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PARAMETERIZED FUNCTION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greet(name):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print("Hello", name)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Passing value 'Rahul' to parameter 'name':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greet("Rahul")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Hello Rahul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greet("Priya")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Hello Priya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Parameters vs.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Parameter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Definition: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A variable given inside the function definition.</a:t>
            </a: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 add(a, b):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Here, 'a' and 'b' are parameters waiting to receive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Argument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Definition: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The actual value given to the function when it is called.</a:t>
            </a: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add(10, 20)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Here, 10 and 20 are arguments.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5242255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Georgia" panose="02040502050405020303"/>
              </a:defRPr>
            </a:pPr>
            <a:r>
              <a:rPr lang="en-IN"/>
              <a:t>Remember:</a:t>
            </a:r>
            <a:endParaRPr lang="en-IN"/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Verdana" panose="020B0604030504040204"/>
              </a:defRPr>
            </a:pPr>
            <a:r>
              <a:t>Parameter → Variable in definition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Verdana" panose="020B0604030504040204"/>
              </a:defRPr>
            </a:pPr>
            <a:r>
              <a:t>Argument → Value in function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Types of Arguments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1. Positional Arguments</a:t>
            </a: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Values are given to parameters according to their position or order.</a:t>
            </a: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endParaRPr lang="en-US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217920" y="1630680"/>
            <a:ext cx="52422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2. Default Arguments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Parameters have predefined values that are used when no value is provided.</a:t>
            </a:r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3. Keyword Arguments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Values are passed by using the parameter names.</a:t>
            </a:r>
            <a:endParaRPr lang="en-US" altLang="en-US"/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4. Variable-Length Arguments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rPr lang="en-US" altLang="en-US"/>
              <a:t>Used when a function needs to accept any number of values.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Positional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Mechanism &amp; Rules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In positional passing, values assign to parameters strictly according to position</a:t>
            </a:r>
            <a:r>
              <a:rPr lang="en-IN"/>
              <a:t> or order</a:t>
            </a:r>
            <a:r>
              <a:t>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Assignment Rules: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1st Argument → 1st Parameter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2nd Argument → 2nd Parameter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Important Point: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order of arguments is critical in positional arguments!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POSITIONAL ASSIGNMENT EXAMPLE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student(name, age):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print("Name:", name)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print("Age:", age)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student("Rahul", 20)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Mapping: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"Rahul" -&gt; name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20      -&gt; age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Name: Rahul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Age: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Default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Default Argument Rules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default argument is a parameter initialized with a default value.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Behavior: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If caller omits argument → default value is used.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If caller provides argument → default value is overridden.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Default arguments make parameters optional during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DEFAULT ARGUMENT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greet(name="Student"):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print("Hello", name)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Call without argument: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Hello Student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Call with argument: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greet("Rahul")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Hello Rahul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Keyword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Keyword Arguments Concept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In keyword arguments, parameter names are explicitly specified during function calls.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Advantage: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Order does NOT matter because parameter names identify values explicitly.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Keyword arguments</a:t>
            </a:r>
            <a:r>
              <a:rPr lang="en-IN"/>
              <a:t> </a:t>
            </a:r>
            <a:r>
              <a:t>eliminate order dependence.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KEYWORD ARGUMENT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student(name, age):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print("Name:", name)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print("Age:", age)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Passing by name (swapped order):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student(age=20, name="Rahul")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Name: Rahul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Age: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Positional vs. Keyword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Positional Arguments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student("Rahul", 20)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 Characteristic: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Values are assigned strictly according to position.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Keyword Arguments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student(name="Rahul", age=20)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 Characteristic: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Values are assigned according to parameter name.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Variable-Length Arguments (*args)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Why Variable-Length Arguments?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Sometimes we do not know in advance how many arguments will be passed to a function.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Example Scenarios: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Calculate total of: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2 numbers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5 numbers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100 numbers or dynamic lists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Solution: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Variable-length arguments allow functions to accept dynamic numbers of arguments.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The * Symbol Mechanics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* symbol is used for variable-length positional arguments.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When prefixed to a parameter (e.g. *args), Python packs all passed positional arguments into a tuple.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This enables functions to process dynamic input streams seamlessly.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 *args Code Example &amp; Flexibility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VARIABLE ARGUMENT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total(*numbers):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print(sum(numbers))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total(10, 20)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30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total(10, 20, 30)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60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total(10, 20, 30, 40)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Important Naming Convention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name 'args' is only a commonly used convention.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You can use any valid Python variable name prefixed with *: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*numbers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*values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*items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Python recognizes the asterisk * as the variable-length indicator.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 Scope of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What is Scope?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Scope refers to the region of a program where a variable is accessible and valid.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In simple words: Scope tells us WHERE a variable is available in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Local Variable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Created inside a function body. Accessible ONLY within that specific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422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Global Variable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Created outside any function. Accessible throughout the entire program file.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Local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Definition &amp; Characteristics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Definition: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local variable is a variable created inside a function whose scope is strictly limited to that function.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 Rule: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It cannot be accessed outside the function body. Attempting to call it outside causes a NameError.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LOCAL SCOPE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display():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x = 10  # Local Variable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print(x)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display()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10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Trying to access outside: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print(x) -&gt; NameError!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Global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Definition &amp; Characteristics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Definition: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global variable is created outside all functions and can be accessed across different parts of the program.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 Rule: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Functions can read global variables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GLOBAL SCOPE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x = 10  # Global Variable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display():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print(x) # Accesses global x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display()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Local vs. Global Variables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Comparison Summary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Local Variable: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Created inside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Scope limited to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Used for temporary function data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Global Variable: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Created outside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Scope spans entire file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Used for shared application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COMBINED SCOPE EXAMPLE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x = 100  # Global Variable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display():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y = 50  # Local Variable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print("Global x:", x)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print("Local y:", y)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display()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x is global, y is local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The `return`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400">
                <a:latin typeface="Verdana" panose="020B0604030504040204" charset="0"/>
                <a:cs typeface="Verdana" panose="020B0604030504040204" charset="0"/>
              </a:rPr>
              <a:t>What is return?</a:t>
            </a:r>
            <a:endParaRPr lang="en-US" altLang="en-US" sz="1400">
              <a:latin typeface="Verdana" panose="020B0604030504040204" charset="0"/>
              <a:cs typeface="Verdana" panose="020B0604030504040204" charset="0"/>
            </a:endParaRP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400" b="0">
                <a:latin typeface="Verdana" panose="020B0604030504040204" charset="0"/>
                <a:cs typeface="Verdana" panose="020B0604030504040204" charset="0"/>
              </a:rPr>
              <a:t>The return statement sends a value back from the function.</a:t>
            </a:r>
            <a:endParaRPr lang="en-US" altLang="en-US" sz="1400" b="0">
              <a:latin typeface="Verdana" panose="020B0604030504040204" charset="0"/>
              <a:cs typeface="Verdana" panose="020B0604030504040204" charset="0"/>
            </a:endParaRP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400">
                <a:latin typeface="Verdana" panose="020B0604030504040204" charset="0"/>
                <a:cs typeface="Verdana" panose="020B0604030504040204" charset="0"/>
              </a:rPr>
              <a:t>How it works:</a:t>
            </a:r>
            <a:endParaRPr lang="en-US" altLang="en-US" sz="1400">
              <a:latin typeface="Verdana" panose="020B0604030504040204" charset="0"/>
              <a:cs typeface="Verdana" panose="020B0604030504040204" charset="0"/>
            </a:endParaRP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400" b="0">
                <a:latin typeface="Verdana" panose="020B0604030504040204" charset="0"/>
                <a:cs typeface="Verdana" panose="020B0604030504040204" charset="0"/>
              </a:rPr>
              <a:t>When return is executed, the function stops running.</a:t>
            </a:r>
            <a:endParaRPr lang="en-US" altLang="en-US" sz="1400" b="0">
              <a:latin typeface="Verdana" panose="020B0604030504040204" charset="0"/>
              <a:cs typeface="Verdana" panose="020B0604030504040204" charset="0"/>
            </a:endParaRP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400" b="0">
                <a:latin typeface="Verdana" panose="020B0604030504040204" charset="0"/>
                <a:cs typeface="Verdana" panose="020B0604030504040204" charset="0"/>
              </a:rPr>
              <a:t>The value is sent back to the place where the function was called.</a:t>
            </a:r>
            <a:endParaRPr lang="en-US" altLang="en-US" sz="1400" b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RETURN STATEMENT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add(a, b):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return a + b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result = add(10, 20)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print(result)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30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Result stored in variable 'result'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 Purpose of `return`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Why `return` is Essential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return statement allows function results to be reused across the program.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Use Cases: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Store in variables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Pass into other functions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Perform downstream calculations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Key Point: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return makes function results reusable!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DOWNSTREAM REUSABILITY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square(n):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return n * 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result = square(5)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print(result) # Output: 25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Downstream Calculation: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final_val = result + 10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print(final_val) # Output: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`print()` vs. `return`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`print()`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Displays output on console screen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For human inspection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Cannot send data back for calculations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Easy rule: Show the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`return`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Sends value back to calling code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Stored in variables for code reuse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Used in further mathematical calculations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Easy rule: Give the result back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 What is Recursion?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Recursion Definition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Recursion is a process in which a function calls itself.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function calling itself is a recursive function.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When Useful: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When a problem can be broken down into smaller sub-problems of the exact same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RECURSIVE COUNTDOWN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count(n):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if n == 0: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    return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print(n)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count(n - 1)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count(5)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Output: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5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4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3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2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#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Mechanics of Recursion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Step Trace for `count(3)`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count(3)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count(2)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count(1)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count(0) → Base Condition Reached → Stop!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Each step calls the function with a smaller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Two Essential Parts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1. Base Condition: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Tells the recursive function when to stop calling itself.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2. Recursive Call: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statement where the function calls itself with modified parameters.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 Base Condition in Recursion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97706"/>
                </a:solidFill>
                <a:latin typeface="Verdana" panose="020B0604030504040204"/>
              </a:defRPr>
            </a:pPr>
            <a:r>
              <a:t>BASE CONDITION CODE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def count(n):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if n == 0:  # Base Condition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    return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print(n)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nsolas" panose="020B0609020204030204"/>
              </a:defRPr>
            </a:pPr>
            <a:r>
              <a:t>    count(n - 1)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Why Base Condition is Critical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A recursive function MUST have a proper stopping condition.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Without a base condition: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The function calls itself endlessly until memory exhausts.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Result: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Python raises RecursionError: maximum recursion depth exceeded!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Quick Revision &amp;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Core Concepts Summary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Function: Code block for specific task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def: Keyword defining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Function Call: Executes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Parameter: Variable in definition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Argument: Actual value passed in call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Positional: Position determines mapping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Default: Fallback parameter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One-Line Memory Rules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Keyword: Parameter name specified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*args: Dynamically accepts multiple positional args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Local Var: Scope inside function body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Global Var: Scope spans entire script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return: Sends value back to caller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Recursion: Function calling itself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Base Condition: Stops recursive loop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t>Quick Revision &amp;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Core Concepts Summary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Function: Code block for specific task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def: Keyword defining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Function Call: Executes function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Parameter: Variable in definition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Argument: Actual value passed in call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Positional: Position determines mapping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Default: Fallback parameter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t>One-Line Memory Rules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Keyword: Parameter name specified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*args: Dynamically accepts multiple positional args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Local Var: Scope inside function body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Global Var: Scope spans entire script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return: Sends value back to caller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Recursion: Function calling itself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Verdana" panose="020B0604030504040204"/>
              </a:defRPr>
            </a:pPr>
            <a:r>
              <a:t>• Base Condition: Stops recursive loop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 panose="020B0604030504040204"/>
              </a:defRPr>
            </a:pPr>
            <a:r>
              <a:t>PYTHON USER-DEFINED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IN"/>
              <a:t>For Practise</a:t>
            </a:r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8620" y="1401445"/>
            <a:ext cx="5707380" cy="51346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/>
              <a:t>1.Write a Python function welcome() that displays: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/>
              <a:t>Welcome to Python Programming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/>
              <a:t>2.Write a function multiply(a, b) that accepts two numbers and displays their multiplication.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/>
              <a:t>3.Write a function calculate_area(length, width) that accepts length and width and displays the area of a rectangle.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/>
              <a:t>4.Write a function greet(name, message="Good Morning") that displays the person's name and greeting message. Call the function by providing only the name.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5. Write a function bill(price, quantity=1) that calculates and displays the total bill amount.</a:t>
            </a:r>
            <a:endParaRPr lang="en-US" altLang="en-US" sz="1200">
              <a:sym typeface="+mn-ea"/>
            </a:endParaRPr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6.Write a function student(name, course, age) that displays student details. Call the function using keyword arguments.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</p:txBody>
      </p:sp>
      <p:sp>
        <p:nvSpPr>
          <p:cNvPr id="6" name="Rounded Rectangle 5"/>
          <p:cNvSpPr/>
          <p:nvPr/>
        </p:nvSpPr>
        <p:spPr>
          <a:xfrm>
            <a:off x="6217920" y="1402080"/>
            <a:ext cx="5634990" cy="50907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7.Write a function employee(name, salary) and call it by passing the values using parameter names in a different order.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8.Write a function find_sum(*args) that accepts any number of numbers and displays their sum.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9.Write a function find_average(*args) that accepts any number of numbers and displays their average.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10.Write a function calculate_bill(price, quantity=1) that: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Accepts price as an argument.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Uses quantity=1 as the default value.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Calculates and displays the total amount.</a:t>
            </a:r>
            <a:endParaRPr lang="en-US" altLang="en-US" sz="1200"/>
          </a:p>
          <a:p>
            <a:pPr indent="0" algn="l" fontAlgn="auto">
              <a:spcAft>
                <a:spcPts val="0"/>
              </a:spcAft>
              <a:defRPr sz="1600" b="1">
                <a:solidFill>
                  <a:srgbClr val="0F172A"/>
                </a:solidFill>
                <a:latin typeface="Georgia" panose="02040502050405020303"/>
              </a:defRPr>
            </a:pPr>
            <a:r>
              <a:rPr lang="en-US" altLang="en-US" sz="1200">
                <a:sym typeface="+mn-ea"/>
              </a:rPr>
              <a:t>Call the function twice: once using the default quantity and once by providing the quantity.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13668</Words>
  <Application>WPS Presentation</Application>
  <PresentationFormat>On-screen Show (4:3)</PresentationFormat>
  <Paragraphs>662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SimSun</vt:lpstr>
      <vt:lpstr>Wingdings</vt:lpstr>
      <vt:lpstr>Arial</vt:lpstr>
      <vt:lpstr>Verdana</vt:lpstr>
      <vt:lpstr>Georgia</vt:lpstr>
      <vt:lpstr>Consolas</vt:lpstr>
      <vt:lpstr>Microsoft YaHei</vt:lpstr>
      <vt:lpstr>Arial Unicode MS</vt:lpstr>
      <vt:lpstr>Calibri</vt:lpstr>
      <vt:lpstr>Verdana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Rushikesh Gote</cp:lastModifiedBy>
  <cp:revision>6</cp:revision>
  <dcterms:created xsi:type="dcterms:W3CDTF">2013-01-27T09:14:00Z</dcterms:created>
  <dcterms:modified xsi:type="dcterms:W3CDTF">2026-09-21T09:46:34Z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E5D3303B267546B686B8E0EBBE06EFD7_12</vt:lpwstr>
  </property>
  <property fmtid="{D5CDD505-2E9C-101B-9397-08002B2CF9AE}" pid="3" name="KSOProductBuildVer">
    <vt:lpwstr>1033-12.1.0.25242</vt:lpwstr>
  </property>
</Properties>
</file>