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7"/>
  </p:notesMasterIdLst>
  <p:sldIdLst>
    <p:sldId id="256" r:id="rId4"/>
    <p:sldId id="260" r:id="rId5"/>
    <p:sldId id="261" r:id="rId6"/>
    <p:sldId id="297" r:id="rId7"/>
    <p:sldId id="298" r:id="rId8"/>
    <p:sldId id="296" r:id="rId9"/>
    <p:sldId id="262" r:id="rId10"/>
    <p:sldId id="263" r:id="rId11"/>
    <p:sldId id="267" r:id="rId12"/>
    <p:sldId id="268" r:id="rId13"/>
    <p:sldId id="269" r:id="rId14"/>
    <p:sldId id="271" r:id="rId15"/>
    <p:sldId id="272" r:id="rId16"/>
    <p:sldId id="273" r:id="rId17"/>
    <p:sldId id="274" r:id="rId18"/>
    <p:sldId id="275" r:id="rId19"/>
    <p:sldId id="276" r:id="rId20"/>
    <p:sldId id="277" r:id="rId21"/>
    <p:sldId id="281" r:id="rId22"/>
    <p:sldId id="282" r:id="rId23"/>
    <p:sldId id="283" r:id="rId24"/>
    <p:sldId id="286" r:id="rId25"/>
    <p:sldId id="287" r:id="rId26"/>
    <p:sldId id="288" r:id="rId27"/>
    <p:sldId id="264" r:id="rId28"/>
    <p:sldId id="265" r:id="rId29"/>
    <p:sldId id="289" r:id="rId30"/>
    <p:sldId id="290" r:id="rId31"/>
    <p:sldId id="291" r:id="rId32"/>
    <p:sldId id="292" r:id="rId33"/>
    <p:sldId id="293" r:id="rId34"/>
    <p:sldId id="294" r:id="rId35"/>
    <p:sldId id="29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8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media/image2.png"/><Relationship Id="rId3" Type="http://schemas.openxmlformats.org/officeDocument/2006/relationships/tags" Target="../tags/tag15.xml"/><Relationship Id="rId2" Type="http://schemas.openxmlformats.org/officeDocument/2006/relationships/tags" Target="../tags/tag14.xml"/><Relationship Id="rId10" Type="http://schemas.openxmlformats.org/officeDocument/2006/relationships/tags" Target="../tags/tag2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image" Target="../media/image2.png"/><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image" Target="../media/image2.png"/><Relationship Id="rId3" Type="http://schemas.openxmlformats.org/officeDocument/2006/relationships/tags" Target="../tags/tag60.xml"/><Relationship Id="rId2" Type="http://schemas.openxmlformats.org/officeDocument/2006/relationships/tags" Target="../tags/tag59.xml"/><Relationship Id="rId10" Type="http://schemas.openxmlformats.org/officeDocument/2006/relationships/tags" Target="../tags/tag6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81205" cy="6858000"/>
          </a:xfrm>
          <a:prstGeom prst="rect">
            <a:avLst/>
          </a:prstGeom>
          <a:solidFill>
            <a:srgbClr val="0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3" name="图片 2"/>
          <p:cNvPicPr>
            <a:picLocks noChangeAspect="1"/>
          </p:cNvPicPr>
          <p:nvPr userDrawn="1">
            <p:custDataLst>
              <p:tags r:id="rId3"/>
            </p:custDataLst>
          </p:nvPr>
        </p:nvPicPr>
        <p:blipFill>
          <a:blip r:embed="rId4">
            <a:duotone>
              <a:prstClr val="black"/>
              <a:schemeClr val="accent1">
                <a:tint val="45000"/>
                <a:satMod val="400000"/>
              </a:schemeClr>
            </a:duotone>
            <a:lum bright="24000" contrast="48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副标题"/>
          <p:cNvSpPr txBox="1">
            <a:spLocks noGrp="1"/>
          </p:cNvSpPr>
          <p:nvPr>
            <p:ph type="body" idx="3" hasCustomPrompt="1"/>
            <p:custDataLst>
              <p:tags r:id="rId5"/>
            </p:custDataLst>
          </p:nvPr>
        </p:nvSpPr>
        <p:spPr>
          <a:xfrm>
            <a:off x="1151890" y="1365885"/>
            <a:ext cx="6343015" cy="796925"/>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sz="3200" b="1" i="0" u="none" strike="noStrike" kern="1200" cap="none" spc="0" normalizeH="0" baseline="0" noProof="1" dirty="0">
                <a:solidFill>
                  <a:schemeClr val="accent1"/>
                </a:solidFill>
                <a:latin typeface="+mj-lt"/>
                <a:sym typeface="+mn-ea"/>
              </a:defRPr>
            </a:lvl1pPr>
          </a:lstStyle>
          <a:p>
            <a:pPr lvl="0" algn="l">
              <a:buClrTx/>
              <a:buSzTx/>
              <a:buFontTx/>
            </a:pP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6"/>
            </p:custDataLst>
          </p:nvPr>
        </p:nvSpPr>
        <p:spPr>
          <a:xfrm>
            <a:off x="1151890" y="2314575"/>
            <a:ext cx="9429115" cy="1647825"/>
          </a:xfrm>
          <a:prstGeom prst="rect">
            <a:avLst/>
          </a:prstGeom>
          <a:noFill/>
        </p:spPr>
        <p:txBody>
          <a:bodyPr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en-US" sz="4800" b="1" i="0" u="none" strike="noStrike" kern="1200" cap="none" spc="0" normalizeH="0" baseline="0" noProof="1" dirty="0">
                <a:solidFill>
                  <a:srgbClr val="FFFFFF"/>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7" name="署名"/>
          <p:cNvSpPr txBox="1">
            <a:spLocks noGrp="1"/>
          </p:cNvSpPr>
          <p:nvPr>
            <p:ph type="body" idx="1" hasCustomPrompt="1"/>
            <p:custDataLst>
              <p:tags r:id="rId7"/>
            </p:custDataLst>
          </p:nvPr>
        </p:nvSpPr>
        <p:spPr>
          <a:xfrm>
            <a:off x="1151890" y="4104640"/>
            <a:ext cx="2114550" cy="426085"/>
          </a:xfrm>
          <a:prstGeom prst="parallelogram">
            <a:avLst>
              <a:gd name="adj" fmla="val 45603"/>
            </a:avLst>
          </a:prstGeom>
          <a:gradFill>
            <a:gsLst>
              <a:gs pos="26000">
                <a:schemeClr val="accent1">
                  <a:alpha val="0"/>
                </a:schemeClr>
              </a:gs>
              <a:gs pos="100000">
                <a:schemeClr val="accent1">
                  <a:alpha val="20000"/>
                </a:schemeClr>
              </a:gs>
            </a:gsLst>
            <a:lin ang="0" scaled="0"/>
          </a:gradFill>
          <a:ln>
            <a:gradFill>
              <a:gsLst>
                <a:gs pos="0">
                  <a:schemeClr val="accent2">
                    <a:alpha val="0"/>
                  </a:schemeClr>
                </a:gs>
                <a:gs pos="100000">
                  <a:schemeClr val="accent1"/>
                </a:gs>
              </a:gsLst>
              <a:lin ang="0" scaled="1"/>
            </a:gradFill>
          </a:ln>
        </p:spPr>
        <p:txBody>
          <a:bodyPr wrap="square" lIns="91440" tIns="0" rIns="91440" bIns="0" rtlCol="0" anchor="ctr" anchorCtr="0">
            <a:normAutofit/>
          </a:bodyPr>
          <a:lstStyle>
            <a:lvl1pPr marL="0" marR="0" lvl="0" algn="ctr" defTabSz="914400" rtl="0" eaLnBrk="1" fontAlgn="auto" latinLnBrk="0" hangingPunct="1">
              <a:lnSpc>
                <a:spcPct val="100000"/>
              </a:lnSpc>
              <a:buClrTx/>
              <a:buSzTx/>
              <a:buFontTx/>
              <a:buNone/>
              <a:defRPr kumimoji="0" lang="en-US" sz="1400" b="1" i="0" u="none" strike="noStrike" kern="1200" cap="none" spc="0" normalizeH="0" baseline="0" noProof="1" dirty="0">
                <a:solidFill>
                  <a:schemeClr val="accent1"/>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4" name="日期占位符 3"/>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en-US" smtClean="0"/>
            </a:fld>
            <a:endParaRPr lang="en-US"/>
          </a:p>
        </p:txBody>
      </p:sp>
      <p:sp>
        <p:nvSpPr>
          <p:cNvPr id="2" name="标题 1"/>
          <p:cNvSpPr>
            <a:spLocks noGrp="1"/>
          </p:cNvSpPr>
          <p:nvPr>
            <p:ph type="title" hasCustomPrompt="1"/>
            <p:custDataLst>
              <p:tags r:id="rId5"/>
            </p:custDataLst>
          </p:nvPr>
        </p:nvSpPr>
        <p:spPr/>
        <p:txBody>
          <a:bodyPr wrap="square" anchor="b" anchorCtr="0">
            <a:normAutofit/>
          </a:bodyPr>
          <a:lstStyle>
            <a:lvl1pPr algn="l">
              <a:defRPr u="none" strike="noStrike" kern="1200" cap="none" spc="0" normalizeH="0">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6"/>
            </p:custDataLst>
          </p:nvPr>
        </p:nvSpPr>
        <p:spPr/>
        <p:txBody>
          <a:bodyPr wrap="square">
            <a:normAutofit/>
          </a:bodyPr>
          <a:lstStyle>
            <a:lvl1pPr>
              <a:defRPr u="none" strike="noStrike" kern="1200" cap="none" spc="0" normalizeH="0">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81205" cy="6858000"/>
          </a:xfrm>
          <a:prstGeom prst="rect">
            <a:avLst/>
          </a:prstGeom>
          <a:solidFill>
            <a:srgbClr val="0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9" name="图片 8"/>
          <p:cNvPicPr>
            <a:picLocks noChangeAspect="1"/>
          </p:cNvPicPr>
          <p:nvPr userDrawn="1">
            <p:custDataLst>
              <p:tags r:id="rId3"/>
            </p:custDataLst>
          </p:nvPr>
        </p:nvPicPr>
        <p:blipFill>
          <a:blip r:embed="rId4">
            <a:duotone>
              <a:prstClr val="black"/>
              <a:schemeClr val="accent1">
                <a:tint val="45000"/>
                <a:satMod val="400000"/>
              </a:schemeClr>
            </a:duotone>
            <a:lum bright="24000" contrast="48000"/>
            <a:extLst>
              <a:ext uri="{28A0092B-C50C-407E-A947-70E740481C1C}">
                <a14:useLocalDpi xmlns:a14="http://schemas.microsoft.com/office/drawing/2010/main" val="0"/>
              </a:ext>
            </a:extLst>
          </a:blip>
          <a:stretch>
            <a:fillRect/>
          </a:stretch>
        </p:blipFill>
        <p:spPr>
          <a:xfrm flipH="1">
            <a:off x="-1270" y="2009774"/>
            <a:ext cx="8619066" cy="4848225"/>
          </a:xfrm>
          <a:prstGeom prst="rect">
            <a:avLst/>
          </a:prstGeom>
        </p:spPr>
      </p:pic>
      <p:cxnSp>
        <p:nvCxnSpPr>
          <p:cNvPr id="20" name="直接连接符 19"/>
          <p:cNvCxnSpPr/>
          <p:nvPr userDrawn="1">
            <p:custDataLst>
              <p:tags r:id="rId5"/>
            </p:custDataLst>
          </p:nvPr>
        </p:nvCxnSpPr>
        <p:spPr>
          <a:xfrm>
            <a:off x="10600690" y="1176655"/>
            <a:ext cx="987425"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6"/>
            </p:custDataLst>
          </p:nvPr>
        </p:nvCxnSpPr>
        <p:spPr>
          <a:xfrm>
            <a:off x="-1270" y="1593215"/>
            <a:ext cx="12193270" cy="0"/>
          </a:xfrm>
          <a:prstGeom prst="line">
            <a:avLst/>
          </a:prstGeom>
          <a:ln w="3175">
            <a:solidFill>
              <a:schemeClr val="lt1">
                <a:alpha val="22000"/>
              </a:schemeClr>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hasCustomPrompt="1"/>
            <p:custDataLst>
              <p:tags r:id="rId7"/>
            </p:custDataLst>
          </p:nvPr>
        </p:nvSpPr>
        <p:spPr>
          <a:xfrm>
            <a:off x="6362700" y="531495"/>
            <a:ext cx="5332730" cy="645160"/>
          </a:xfrm>
          <a:prstGeom prst="rect">
            <a:avLst/>
          </a:prstGeom>
          <a:noFill/>
        </p:spPr>
        <p:txBody>
          <a:bodyPr wrap="square" lIns="91440" tIns="45720" rIns="91440" bIns="45720" rtlCol="0" anchor="t">
            <a:normAutofit/>
          </a:bodyPr>
          <a:lstStyle>
            <a:lvl1pPr marL="0" marR="0" lvl="0" algn="r" defTabSz="914400" rtl="0" eaLnBrk="1" fontAlgn="auto" latinLnBrk="0" hangingPunct="1">
              <a:lnSpc>
                <a:spcPct val="100000"/>
              </a:lnSpc>
              <a:buClrTx/>
              <a:buSzTx/>
              <a:buFontTx/>
              <a:buNone/>
              <a:defRPr kumimoji="0" lang="en-US" sz="3600" b="1" i="0" u="none" strike="noStrike" kern="1200" cap="none" spc="0" normalizeH="0" baseline="0" noProof="1" dirty="0">
                <a:solidFill>
                  <a:srgbClr val="FFFFFF"/>
                </a:solidFill>
                <a:latin typeface="+mj-lt"/>
                <a:sym typeface="+mn-ea"/>
              </a:defRPr>
            </a:lvl1pPr>
          </a:lstStyle>
          <a:p>
            <a:pPr lvl="0" algn="r">
              <a:buClrTx/>
              <a:buSzTx/>
              <a:buFontTx/>
            </a:pPr>
            <a:r>
              <a:rPr dirty="0" err="1">
                <a:latin typeface="+mj-lt"/>
                <a:sym typeface="+mn-ea"/>
              </a:rPr>
              <a:t>Click to add title</a:t>
            </a:r>
            <a:endParaRPr dirty="0" err="1">
              <a:sym typeface="+mn-ea"/>
            </a:endParaRPr>
          </a:p>
        </p:txBody>
      </p: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81205" cy="6858000"/>
          </a:xfrm>
          <a:prstGeom prst="rect">
            <a:avLst/>
          </a:prstGeom>
          <a:solidFill>
            <a:srgbClr val="0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3" name="图片 2"/>
          <p:cNvPicPr>
            <a:picLocks noChangeAspect="1"/>
          </p:cNvPicPr>
          <p:nvPr userDrawn="1">
            <p:custDataLst>
              <p:tags r:id="rId3"/>
            </p:custDataLst>
          </p:nvPr>
        </p:nvPicPr>
        <p:blipFill>
          <a:blip r:embed="rId4">
            <a:duotone>
              <a:prstClr val="black"/>
              <a:schemeClr val="accent1">
                <a:tint val="45000"/>
                <a:satMod val="400000"/>
              </a:schemeClr>
            </a:duotone>
            <a:lum bright="24000" contrast="48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节编号"/>
          <p:cNvSpPr txBox="1">
            <a:spLocks noGrp="1"/>
          </p:cNvSpPr>
          <p:nvPr>
            <p:ph type="body" idx="2" hasCustomPrompt="1"/>
            <p:custDataLst>
              <p:tags r:id="rId5"/>
            </p:custDataLst>
          </p:nvPr>
        </p:nvSpPr>
        <p:spPr>
          <a:xfrm>
            <a:off x="1073785" y="1535430"/>
            <a:ext cx="5628640" cy="1141095"/>
          </a:xfrm>
          <a:prstGeom prst="rect">
            <a:avLst/>
          </a:prstGeom>
          <a:noFill/>
          <a:ln>
            <a:noFill/>
          </a:ln>
        </p:spPr>
        <p:txBody>
          <a:bodyPr wrap="none" lIns="0" tIns="0" rIns="0" bIns="0" rtlCol="0" anchor="b" anchorCtr="0">
            <a:normAutofit/>
          </a:bodyPr>
          <a:lstStyle>
            <a:lvl1pPr marL="0" marR="0" lvl="0" algn="l" defTabSz="914400" rtl="0" eaLnBrk="1" fontAlgn="auto" latinLnBrk="0" hangingPunct="1">
              <a:lnSpc>
                <a:spcPct val="110000"/>
              </a:lnSpc>
              <a:buClrTx/>
              <a:buSzTx/>
              <a:buFontTx/>
              <a:buNone/>
              <a:defRPr kumimoji="0" lang="en-US" sz="3200" b="0" i="0" u="none" strike="noStrike" kern="1200" cap="none" spc="0" normalizeH="0" baseline="0" noProof="1" dirty="0">
                <a:ln>
                  <a:solidFill>
                    <a:schemeClr val="bg1"/>
                  </a:solidFill>
                </a:ln>
                <a:solidFill>
                  <a:srgbClr val="FFFFFF"/>
                </a:solidFill>
                <a:latin typeface="+mn-lt"/>
                <a:sym typeface="+mn-ea"/>
              </a:defRPr>
            </a:lvl1pPr>
          </a:lstStyle>
          <a:p>
            <a:pPr lvl="0" algn="l">
              <a:lnSpc>
                <a:spcPct val="110000"/>
              </a:lnSpc>
              <a:buClrTx/>
              <a:buSzTx/>
              <a:buFontTx/>
            </a:pPr>
            <a:r>
              <a:rPr dirty="0" err="1">
                <a:latin typeface="+mn-lt"/>
                <a:sym typeface="+mn-ea"/>
              </a:rPr>
              <a:t>Click to add text</a:t>
            </a:r>
            <a:endParaRPr dirty="0" err="1">
              <a:sym typeface="+mn-ea"/>
            </a:endParaRPr>
          </a:p>
        </p:txBody>
      </p:sp>
      <p:sp>
        <p:nvSpPr>
          <p:cNvPr id="7" name="标题"/>
          <p:cNvSpPr txBox="1">
            <a:spLocks noGrp="1"/>
          </p:cNvSpPr>
          <p:nvPr>
            <p:ph type="title" idx="1" hasCustomPrompt="1"/>
            <p:custDataLst>
              <p:tags r:id="rId6"/>
            </p:custDataLst>
          </p:nvPr>
        </p:nvSpPr>
        <p:spPr>
          <a:xfrm>
            <a:off x="1073785" y="2767965"/>
            <a:ext cx="8561705" cy="2929255"/>
          </a:xfrm>
          <a:prstGeom prst="rect">
            <a:avLst/>
          </a:prstGeom>
          <a:noFill/>
        </p:spPr>
        <p:txBody>
          <a:bodyPr wrap="square" lIns="0" tIns="0" rIns="0" bIns="0" rtlCol="0" anchor="t" anchorCtr="0">
            <a:normAutofit/>
          </a:bodyPr>
          <a:lstStyle>
            <a:lvl1pPr marL="0" marR="0" lvl="0" algn="l" defTabSz="914400" rtl="0" eaLnBrk="1" fontAlgn="auto" latinLnBrk="0" hangingPunct="1">
              <a:lnSpc>
                <a:spcPct val="110000"/>
              </a:lnSpc>
              <a:buClrTx/>
              <a:buSzTx/>
              <a:buFontTx/>
              <a:buNone/>
              <a:defRPr kumimoji="0" lang="en-US" sz="5400" b="0" i="0" u="none" strike="noStrike" kern="1200" cap="none" spc="0" normalizeH="0" baseline="0" noProof="1" dirty="0" err="1">
                <a:solidFill>
                  <a:schemeClr val="accent1"/>
                </a:solidFill>
                <a:latin typeface="+mj-lt"/>
                <a:sym typeface="+mn-ea"/>
              </a:defRPr>
            </a:lvl1pPr>
          </a:lstStyle>
          <a:p>
            <a:pPr lvl="0" algn="l">
              <a:lnSpc>
                <a:spcPct val="110000"/>
              </a:lnSpc>
              <a:buClrTx/>
              <a:buSzTx/>
              <a:buFontTx/>
            </a:pPr>
            <a:r>
              <a:rPr dirty="0" err="1">
                <a:latin typeface="+mj-lt"/>
                <a:sym typeface="+mn-ea"/>
              </a:rPr>
              <a:t>Click to add title</a:t>
            </a:r>
            <a:endParaRPr dirty="0" err="1">
              <a:sym typeface="+mn-ea"/>
            </a:endParaRPr>
          </a:p>
        </p:txBody>
      </p:sp>
      <p:sp>
        <p:nvSpPr>
          <p:cNvPr id="4" name="日期占位符 3"/>
          <p:cNvSpPr>
            <a:spLocks noGrp="1"/>
          </p:cNvSpPr>
          <p:nvPr>
            <p:ph type="dt" sz="half" idx="10"/>
            <p:custDataLst>
              <p:tags r:id="rId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3"/>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en-US" smtClean="0"/>
            </a:fld>
            <a:endParaRPr lang="en-US"/>
          </a:p>
        </p:txBody>
      </p:sp>
      <p:sp>
        <p:nvSpPr>
          <p:cNvPr id="2" name="标题 1"/>
          <p:cNvSpPr>
            <a:spLocks noGrp="1"/>
          </p:cNvSpPr>
          <p:nvPr>
            <p:ph type="title" hasCustomPrompt="1"/>
            <p:custDataLst>
              <p:tags r:id="rId5"/>
            </p:custDataLst>
          </p:nvPr>
        </p:nvSpPr>
        <p:spPr/>
        <p:txBody>
          <a:bodyPr vert="horz" wrap="square" lIns="0" tIns="0" rIns="0" bIns="0" rtlCol="0" anchor="b">
            <a:normAutofit/>
          </a:bodyPr>
          <a:lstStyle>
            <a:lvl1pPr>
              <a:defRPr lang="en-US" u="none" strike="noStrike" kern="1200" cap="none" spc="0" normalizeH="0"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6"/>
            </p:custDataLst>
          </p:nvPr>
        </p:nvSpPr>
        <p:spPr>
          <a:xfrm>
            <a:off x="695960" y="1301750"/>
            <a:ext cx="5323840" cy="4875850"/>
          </a:xfrm>
        </p:spPr>
        <p:txBody>
          <a:bodyPr wrap="square">
            <a:normAutofit/>
          </a:bodyPr>
          <a:lstStyle>
            <a:lvl1pPr>
              <a:defRPr u="none" strike="noStrike" kern="1200" cap="none" spc="0" normalizeH="0">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7"/>
            </p:custDataLst>
          </p:nvPr>
        </p:nvSpPr>
        <p:spPr>
          <a:xfrm>
            <a:off x="6172200" y="1301750"/>
            <a:ext cx="5323840" cy="4875850"/>
          </a:xfrm>
        </p:spPr>
        <p:txBody>
          <a:bodyPr wrap="square">
            <a:normAutofit/>
          </a:bodyPr>
          <a:lstStyle>
            <a:lvl1pPr>
              <a:defRPr u="none" strike="noStrike" kern="1200" cap="none" spc="0" normalizeH="0">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695642" y="360000"/>
            <a:ext cx="10800397" cy="864000"/>
          </a:xfrm>
        </p:spPr>
        <p:txBody>
          <a:bodyPr vert="horz" wrap="square" lIns="0" tIns="0" rIns="0" bIns="0" rtlCol="0" anchor="b">
            <a:normAutofit/>
          </a:bodyPr>
          <a:lstStyle>
            <a:lvl1pPr>
              <a:defRPr lang="en-US" u="none" strike="noStrike" kern="1200" cap="none" spc="0" normalizeH="0"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695960" y="1301750"/>
            <a:ext cx="5323840" cy="411303"/>
          </a:xfrm>
        </p:spPr>
        <p:txBody>
          <a:bodyPr wrap="square" anchor="b">
            <a:normAutofit/>
          </a:bodyPr>
          <a:lstStyle>
            <a:lvl1pPr marL="0" indent="0">
              <a:buNone/>
              <a:defRPr sz="2400" b="1" u="none" strike="noStrike" kern="1200" cap="none" spc="0" normalizeH="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695960" y="1875099"/>
            <a:ext cx="5323840" cy="4300276"/>
          </a:xfrm>
        </p:spPr>
        <p:txBody>
          <a:bodyPr wrap="square">
            <a:normAutofit/>
          </a:bodyPr>
          <a:lstStyle>
            <a:lvl1pPr>
              <a:defRPr sz="2200" u="none" strike="noStrike" kern="1200" cap="none" spc="0" normalizeH="0">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6172200" y="1301750"/>
            <a:ext cx="5323840" cy="411303"/>
          </a:xfrm>
        </p:spPr>
        <p:txBody>
          <a:bodyPr wrap="square" anchor="b">
            <a:normAutofit/>
          </a:bodyPr>
          <a:lstStyle>
            <a:lvl1pPr marL="0" indent="0">
              <a:buNone/>
              <a:defRPr sz="2400" b="1" u="none" strike="noStrike" kern="1200" cap="none" spc="0" normalizeH="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6172200" y="1875099"/>
            <a:ext cx="5323840" cy="4300276"/>
          </a:xfrm>
        </p:spPr>
        <p:txBody>
          <a:bodyPr wrap="square">
            <a:normAutofit/>
          </a:bodyPr>
          <a:lstStyle>
            <a:lvl1pPr>
              <a:defRPr sz="2200" u="none" strike="noStrike" kern="1200" cap="none" spc="0" normalizeH="0">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标题"/>
          <p:cNvSpPr txBox="1">
            <a:spLocks noGrp="1"/>
          </p:cNvSpPr>
          <p:nvPr>
            <p:ph type="title" idx="1" hasCustomPrompt="1"/>
            <p:custDataLst>
              <p:tags r:id="rId2"/>
            </p:custDataLst>
          </p:nvPr>
        </p:nvSpPr>
        <p:spPr>
          <a:xfrm>
            <a:off x="608330" y="234315"/>
            <a:ext cx="10968990" cy="786130"/>
          </a:xfrm>
          <a:prstGeom prst="rect">
            <a:avLst/>
          </a:prstGeom>
          <a:noFill/>
        </p:spPr>
        <p:txBody>
          <a:bodyPr wrap="square" lIns="36195" tIns="0" bIns="0" rtlCol="0" anchor="b" anchorCtr="0">
            <a:normAutofit/>
          </a:bodyPr>
          <a:lstStyle>
            <a:lvl1pPr marL="0" marR="0" lvl="0" algn="l" defTabSz="914400" rtl="0" eaLnBrk="1" fontAlgn="auto" latinLnBrk="0" hangingPunct="1">
              <a:lnSpc>
                <a:spcPct val="100000"/>
              </a:lnSpc>
              <a:buClrTx/>
              <a:buSzTx/>
              <a:buFontTx/>
              <a:buNone/>
              <a:defRPr kumimoji="0" lang="en-US" sz="3200" b="1" i="0" u="none" strike="noStrike" kern="1200" cap="none" spc="0" normalizeH="0" baseline="0" noProof="1" dirty="0">
                <a:solidFill>
                  <a:schemeClr val="accent1"/>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3"/>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5"/>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en-US" smtClean="0"/>
            </a:fld>
            <a:endParaRPr lang="en-US"/>
          </a:p>
        </p:txBody>
      </p:sp>
      <p:sp>
        <p:nvSpPr>
          <p:cNvPr id="3" name="内容占位符 1"/>
          <p:cNvSpPr>
            <a:spLocks noGrp="1"/>
          </p:cNvSpPr>
          <p:nvPr>
            <p:ph idx="1" hasCustomPrompt="1"/>
            <p:custDataLst>
              <p:tags r:id="rId5"/>
            </p:custDataLst>
          </p:nvPr>
        </p:nvSpPr>
        <p:spPr>
          <a:xfrm>
            <a:off x="695960" y="360045"/>
            <a:ext cx="10801985" cy="5817870"/>
          </a:xfrm>
        </p:spPr>
        <p:txBody>
          <a:bodyPr wrap="square">
            <a:normAutofit/>
          </a:bodyPr>
          <a:lstStyle>
            <a:lvl1pPr>
              <a:defRPr u="none" strike="noStrike" kern="1200" cap="none" spc="0" normalizeH="0">
                <a:solidFill>
                  <a:srgbClr val="FFFFF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4"/>
            </p:custDataLst>
          </p:nvPr>
        </p:nvSpPr>
        <p:spPr>
          <a:xfrm>
            <a:off x="8610600" y="6356350"/>
            <a:ext cx="2743200" cy="365125"/>
          </a:xfrm>
        </p:spPr>
        <p:txBody>
          <a:bodyPr/>
          <a:lstStyle/>
          <a:p>
            <a:fld id="{565CE74E-AB26-4998-AD42-012C4C1AD076}" type="slidenum">
              <a:rPr lang="en-US" smtClean="0"/>
            </a:fld>
            <a:endParaRPr lang="en-US"/>
          </a:p>
        </p:txBody>
      </p:sp>
      <p:sp>
        <p:nvSpPr>
          <p:cNvPr id="2" name="标题 1"/>
          <p:cNvSpPr>
            <a:spLocks noGrp="1"/>
          </p:cNvSpPr>
          <p:nvPr>
            <p:ph type="title" hasCustomPrompt="1"/>
            <p:custDataLst>
              <p:tags r:id="rId5"/>
            </p:custDataLst>
          </p:nvPr>
        </p:nvSpPr>
        <p:spPr>
          <a:xfrm>
            <a:off x="695642" y="360000"/>
            <a:ext cx="10799087" cy="864000"/>
          </a:xfrm>
        </p:spPr>
        <p:txBody>
          <a:bodyPr wrap="square">
            <a:normAutofit/>
          </a:bodyPr>
          <a:lstStyle>
            <a:lvl1pPr>
              <a:defRPr u="none" strike="noStrike" kern="1200" cap="none" spc="0" normalizeH="0">
                <a:latin typeface="+mj-lt"/>
              </a:defRPr>
            </a:lvl1pPr>
          </a:lstStyle>
          <a:p>
            <a:r>
              <a:rPr lang="en-US" dirty="0">
                <a:latin typeface="+mj-lt"/>
              </a:rPr>
              <a:t>Click to add title</a:t>
            </a:r>
            <a:endParaRPr lang="en-US" dirty="0"/>
          </a:p>
        </p:txBody>
      </p:sp>
      <p:sp>
        <p:nvSpPr>
          <p:cNvPr id="9" name="文本占位符 8"/>
          <p:cNvSpPr>
            <a:spLocks noGrp="1"/>
          </p:cNvSpPr>
          <p:nvPr>
            <p:ph type="body" idx="1" hasCustomPrompt="1"/>
            <p:custDataLst>
              <p:tags r:id="rId6"/>
            </p:custDataLst>
          </p:nvPr>
        </p:nvSpPr>
        <p:spPr>
          <a:xfrm>
            <a:off x="695960" y="1301750"/>
            <a:ext cx="10799088" cy="405553"/>
          </a:xfrm>
        </p:spPr>
        <p:txBody>
          <a:bodyPr wrap="square" anchor="t">
            <a:normAutofit/>
          </a:bodyPr>
          <a:lstStyle>
            <a:lvl1pPr marL="0" indent="0">
              <a:buNone/>
              <a:defRPr sz="2400" b="0" u="none" strike="noStrike" kern="1200" cap="none" spc="0" normalizeH="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81205" cy="6858000"/>
          </a:xfrm>
          <a:prstGeom prst="rect">
            <a:avLst/>
          </a:prstGeom>
          <a:solidFill>
            <a:srgbClr val="0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10" name="图片 9"/>
          <p:cNvPicPr>
            <a:picLocks noChangeAspect="1"/>
          </p:cNvPicPr>
          <p:nvPr userDrawn="1">
            <p:custDataLst>
              <p:tags r:id="rId3"/>
            </p:custDataLst>
          </p:nvPr>
        </p:nvPicPr>
        <p:blipFill>
          <a:blip r:embed="rId4">
            <a:duotone>
              <a:prstClr val="black"/>
              <a:schemeClr val="accent1">
                <a:tint val="45000"/>
                <a:satMod val="400000"/>
              </a:schemeClr>
            </a:duotone>
            <a:lum bright="24000" contrast="48000"/>
            <a:extLst>
              <a:ext uri="{28A0092B-C50C-407E-A947-70E740481C1C}">
                <a14:useLocalDpi xmlns:a14="http://schemas.microsoft.com/office/drawing/2010/main" val="0"/>
              </a:ext>
            </a:extLst>
          </a:blip>
          <a:stretch>
            <a:fillRect/>
          </a:stretch>
        </p:blipFill>
        <p:spPr>
          <a:xfrm flipV="1">
            <a:off x="6705601" y="-1"/>
            <a:ext cx="5486399" cy="3086099"/>
          </a:xfrm>
          <a:prstGeom prst="rect">
            <a:avLst/>
          </a:prstGeom>
        </p:spPr>
      </p:pic>
      <p:pic>
        <p:nvPicPr>
          <p:cNvPr id="11" name="图片 10"/>
          <p:cNvPicPr>
            <a:picLocks noChangeAspect="1"/>
          </p:cNvPicPr>
          <p:nvPr userDrawn="1">
            <p:custDataLst>
              <p:tags r:id="rId5"/>
            </p:custDataLst>
          </p:nvPr>
        </p:nvPicPr>
        <p:blipFill>
          <a:blip r:embed="rId4">
            <a:duotone>
              <a:prstClr val="black"/>
              <a:schemeClr val="accent1">
                <a:tint val="45000"/>
                <a:satMod val="400000"/>
              </a:schemeClr>
            </a:duotone>
            <a:lum bright="24000" contrast="48000"/>
            <a:extLst>
              <a:ext uri="{28A0092B-C50C-407E-A947-70E740481C1C}">
                <a14:useLocalDpi xmlns:a14="http://schemas.microsoft.com/office/drawing/2010/main" val="0"/>
              </a:ext>
            </a:extLst>
          </a:blip>
          <a:stretch>
            <a:fillRect/>
          </a:stretch>
        </p:blipFill>
        <p:spPr>
          <a:xfrm flipH="1">
            <a:off x="0" y="978337"/>
            <a:ext cx="10452735" cy="5879663"/>
          </a:xfrm>
          <a:prstGeom prst="rect">
            <a:avLst/>
          </a:prstGeom>
        </p:spPr>
      </p:pic>
      <p:sp>
        <p:nvSpPr>
          <p:cNvPr id="8" name="署名"/>
          <p:cNvSpPr txBox="1">
            <a:spLocks noGrp="1"/>
          </p:cNvSpPr>
          <p:nvPr>
            <p:ph type="body" idx="3" hasCustomPrompt="1"/>
            <p:custDataLst>
              <p:tags r:id="rId6"/>
            </p:custDataLst>
          </p:nvPr>
        </p:nvSpPr>
        <p:spPr>
          <a:xfrm>
            <a:off x="5038090" y="4172585"/>
            <a:ext cx="2114550" cy="426085"/>
          </a:xfrm>
          <a:prstGeom prst="parallelogram">
            <a:avLst>
              <a:gd name="adj" fmla="val 45603"/>
            </a:avLst>
          </a:prstGeom>
          <a:gradFill>
            <a:gsLst>
              <a:gs pos="26000">
                <a:schemeClr val="accent1">
                  <a:alpha val="12000"/>
                </a:schemeClr>
              </a:gs>
              <a:gs pos="100000">
                <a:schemeClr val="accent1">
                  <a:alpha val="20000"/>
                </a:schemeClr>
              </a:gs>
            </a:gsLst>
            <a:lin ang="0" scaled="0"/>
          </a:gradFill>
          <a:ln>
            <a:gradFill>
              <a:gsLst>
                <a:gs pos="0">
                  <a:schemeClr val="accent2">
                    <a:alpha val="50000"/>
                  </a:schemeClr>
                </a:gs>
                <a:gs pos="100000">
                  <a:schemeClr val="accent1"/>
                </a:gs>
              </a:gsLst>
              <a:lin ang="0" scaled="1"/>
            </a:gradFill>
          </a:ln>
        </p:spPr>
        <p:txBody>
          <a:bodyPr wrap="square" lIns="91440" tIns="0" rIns="91440" bIns="0" rtlCol="0" anchor="ctr" anchorCtr="0">
            <a:normAutofit/>
          </a:bodyPr>
          <a:lstStyle>
            <a:lvl1pPr marL="0" marR="0" lvl="0" algn="ctr" defTabSz="914400" rtl="0" eaLnBrk="1" fontAlgn="auto" latinLnBrk="0" hangingPunct="1">
              <a:lnSpc>
                <a:spcPct val="100000"/>
              </a:lnSpc>
              <a:buClrTx/>
              <a:buSzTx/>
              <a:buFontTx/>
              <a:buNone/>
              <a:defRPr kumimoji="0" lang="en-US" sz="1400" b="1" i="0" u="none" strike="noStrike" kern="1200" cap="none" spc="0" normalizeH="0" baseline="0" noProof="1" dirty="0">
                <a:solidFill>
                  <a:schemeClr val="accent1"/>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7" name="标题"/>
          <p:cNvSpPr txBox="1">
            <a:spLocks noGrp="1"/>
          </p:cNvSpPr>
          <p:nvPr>
            <p:ph type="title" idx="1" hasCustomPrompt="1"/>
            <p:custDataLst>
              <p:tags r:id="rId7"/>
            </p:custDataLst>
          </p:nvPr>
        </p:nvSpPr>
        <p:spPr>
          <a:xfrm>
            <a:off x="1796415" y="1999615"/>
            <a:ext cx="8939530" cy="1518285"/>
          </a:xfrm>
          <a:prstGeom prst="rect">
            <a:avLst/>
          </a:prstGeom>
          <a:noFill/>
        </p:spPr>
        <p:txBody>
          <a:bodyPr wrap="square" lIns="0" tIns="0" rIns="0" bIns="0" rtlCol="0" anchor="ctr" anchorCtr="0">
            <a:normAutofit/>
          </a:bodyPr>
          <a:lstStyle>
            <a:lvl1pPr marL="0" marR="0" lvl="0" algn="ctr" defTabSz="914400" rtl="0" eaLnBrk="1" fontAlgn="auto" latinLnBrk="0" hangingPunct="1">
              <a:lnSpc>
                <a:spcPct val="100000"/>
              </a:lnSpc>
              <a:buClrTx/>
              <a:buSzTx/>
              <a:buFontTx/>
              <a:buNone/>
              <a:defRPr kumimoji="0" lang="en-US" sz="6000" b="1" i="0" u="none" strike="noStrike" kern="1200" cap="none" spc="0" normalizeH="0" baseline="0" noProof="1" dirty="0">
                <a:solidFill>
                  <a:srgbClr val="FFFFFF"/>
                </a:solidFill>
                <a:latin typeface="+mj-lt"/>
                <a:sym typeface="+mn-ea"/>
              </a:defRPr>
            </a:lvl1pPr>
          </a:lstStyle>
          <a:p>
            <a:pPr lvl="0" algn="ctr">
              <a:buClrTx/>
              <a:buSzTx/>
              <a:buFontTx/>
            </a:pPr>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74.xml"/><Relationship Id="rId2" Type="http://schemas.openxmlformats.org/officeDocument/2006/relationships/slideLayout" Target="../slideLayouts/slideLayout13.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image" Target="../media/image3.png"/><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5" name="矩形 4"/>
          <p:cNvSpPr/>
          <p:nvPr userDrawn="1">
            <p:custDataLst>
              <p:tags r:id="rId12"/>
            </p:custDataLst>
          </p:nvPr>
        </p:nvSpPr>
        <p:spPr>
          <a:xfrm>
            <a:off x="0" y="0"/>
            <a:ext cx="12181205" cy="6858000"/>
          </a:xfrm>
          <a:prstGeom prst="rect">
            <a:avLst/>
          </a:prstGeom>
          <a:solidFill>
            <a:srgbClr val="0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ndParaRPr>
          </a:p>
        </p:txBody>
      </p:sp>
      <p:pic>
        <p:nvPicPr>
          <p:cNvPr id="13" name="图片 12"/>
          <p:cNvPicPr>
            <a:picLocks noChangeAspect="1"/>
          </p:cNvPicPr>
          <p:nvPr userDrawn="1">
            <p:custDataLst>
              <p:tags r:id="rId13"/>
            </p:custDataLst>
          </p:nvPr>
        </p:nvPicPr>
        <p:blipFill rotWithShape="1">
          <a:blip r:embed="rId14" cstate="print">
            <a:alphaModFix amt="56000"/>
            <a:duotone>
              <a:prstClr val="black"/>
              <a:schemeClr val="accent1">
                <a:tint val="45000"/>
                <a:satMod val="400000"/>
              </a:schemeClr>
            </a:duotone>
            <a:lum bright="24000" contrast="48000"/>
            <a:extLst>
              <a:ext uri="{28A0092B-C50C-407E-A947-70E740481C1C}">
                <a14:useLocalDpi xmlns:a14="http://schemas.microsoft.com/office/drawing/2010/main" val="0"/>
              </a:ext>
            </a:extLst>
          </a:blip>
          <a:srcRect l="-1421"/>
          <a:stretch>
            <a:fillRect/>
          </a:stretch>
        </p:blipFill>
        <p:spPr>
          <a:xfrm>
            <a:off x="1392001" y="360000"/>
            <a:ext cx="10800000" cy="6498000"/>
          </a:xfrm>
          <a:custGeom>
            <a:avLst/>
            <a:gdLst>
              <a:gd name="connsiteX0" fmla="*/ 0 w 7124699"/>
              <a:gd name="connsiteY0" fmla="*/ 0 h 4095750"/>
              <a:gd name="connsiteX1" fmla="*/ 7124699 w 7124699"/>
              <a:gd name="connsiteY1" fmla="*/ 0 h 4095750"/>
              <a:gd name="connsiteX2" fmla="*/ 7124699 w 7124699"/>
              <a:gd name="connsiteY2" fmla="*/ 4095750 h 4095750"/>
              <a:gd name="connsiteX3" fmla="*/ 0 w 7124699"/>
              <a:gd name="connsiteY3" fmla="*/ 4095750 h 4095750"/>
            </a:gdLst>
            <a:ahLst/>
            <a:cxnLst>
              <a:cxn ang="0">
                <a:pos x="connsiteX0" y="connsiteY0"/>
              </a:cxn>
              <a:cxn ang="0">
                <a:pos x="connsiteX1" y="connsiteY1"/>
              </a:cxn>
              <a:cxn ang="0">
                <a:pos x="connsiteX2" y="connsiteY2"/>
              </a:cxn>
              <a:cxn ang="0">
                <a:pos x="connsiteX3" y="connsiteY3"/>
              </a:cxn>
            </a:cxnLst>
            <a:rect l="l" t="t" r="r" b="b"/>
            <a:pathLst>
              <a:path w="7124699" h="4095750">
                <a:moveTo>
                  <a:pt x="0" y="0"/>
                </a:moveTo>
                <a:lnTo>
                  <a:pt x="7124699" y="0"/>
                </a:lnTo>
                <a:lnTo>
                  <a:pt x="7124699" y="4095750"/>
                </a:lnTo>
                <a:lnTo>
                  <a:pt x="0" y="4095750"/>
                </a:lnTo>
                <a:close/>
              </a:path>
            </a:pathLst>
          </a:custGeom>
        </p:spPr>
      </p:pic>
      <p:sp>
        <p:nvSpPr>
          <p:cNvPr id="10" name="日期占位符 9"/>
          <p:cNvSpPr>
            <a:spLocks noGrp="1"/>
          </p:cNvSpPr>
          <p:nvPr>
            <p:ph type="dt" sz="half" idx="10"/>
            <p:custDataLst>
              <p:tags r:id="rId1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1" name="页脚占位符 10"/>
          <p:cNvSpPr>
            <a:spLocks noGrp="1"/>
          </p:cNvSpPr>
          <p:nvPr>
            <p:ph type="ftr" sz="quarter" idx="11"/>
            <p:custDataLst>
              <p:tags r:id="rId16"/>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2" name="灯片编号占位符 11"/>
          <p:cNvSpPr>
            <a:spLocks noGrp="1"/>
          </p:cNvSpPr>
          <p:nvPr>
            <p:ph type="sldNum" sz="quarter" idx="12"/>
            <p:custDataLst>
              <p:tags r:id="rId17"/>
            </p:custDataLst>
          </p:nvPr>
        </p:nvSpPr>
        <p:spPr>
          <a:xfrm>
            <a:off x="8753983" y="6356350"/>
            <a:ext cx="2743200" cy="365125"/>
          </a:xfrm>
        </p:spPr>
        <p:txBody>
          <a:bodyPr/>
          <a:lstStyle>
            <a:lvl1pPr>
              <a:defRPr>
                <a:latin typeface="Arial" panose="020B0604020202020204" pitchFamily="34" charset="0"/>
              </a:defRPr>
            </a:lvl1pPr>
          </a:lstStyle>
          <a:p>
            <a:fld id="{565CE74E-AB26-4998-AD42-012C4C1AD076}" type="slidenum">
              <a:rPr lang="en-US" smtClean="0"/>
            </a:fld>
            <a:endParaRPr lang="en-US"/>
          </a:p>
        </p:txBody>
      </p:sp>
      <p:sp>
        <p:nvSpPr>
          <p:cNvPr id="2" name="文本占位符 1"/>
          <p:cNvSpPr>
            <a:spLocks noGrp="1"/>
          </p:cNvSpPr>
          <p:nvPr>
            <p:ph type="body" idx="21"/>
            <p:custDataLst>
              <p:tags r:id="rId18"/>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pPr>
            <a:r>
              <a:rPr lang="en-US" dirty="0">
                <a:latin typeface="+mn-lt"/>
              </a:rPr>
              <a:t>Click to add text</a:t>
            </a:r>
            <a:endParaRPr lang="en-US" dirty="0"/>
          </a:p>
        </p:txBody>
      </p:sp>
      <p:sp>
        <p:nvSpPr>
          <p:cNvPr id="3" name="标题占位符 2"/>
          <p:cNvSpPr txBox="1">
            <a:spLocks noGrp="1"/>
          </p:cNvSpPr>
          <p:nvPr>
            <p:ph type="title"/>
            <p:custDataLst>
              <p:tags r:id="rId19"/>
            </p:custDataLst>
          </p:nvPr>
        </p:nvSpPr>
        <p:spPr>
          <a:xfrm>
            <a:off x="695960" y="360000"/>
            <a:ext cx="10800000" cy="720000"/>
          </a:xfrm>
          <a:prstGeom prst="rect">
            <a:avLst/>
          </a:prstGeom>
          <a:noFill/>
        </p:spPr>
        <p:txBody>
          <a:bodyPr vert="horz" wrap="square" lIns="36195" tIns="0" rIns="91440" bIns="0" rtlCol="0" anchor="b" anchorCtr="0">
            <a:normAutofit/>
          </a:bodyPr>
          <a:lstStyle>
            <a:lvl1pPr marL="0" marR="0" lvl="0" algn="l" defTabSz="914400" rtl="0" eaLnBrk="1" fontAlgn="auto" latinLnBrk="0" hangingPunct="1">
              <a:lnSpc>
                <a:spcPct val="100000"/>
              </a:lnSpc>
              <a:buClrTx/>
              <a:buSzTx/>
              <a:buFontTx/>
              <a:buNone/>
              <a:defRPr kumimoji="0" lang="en-US" sz="3200" b="0" i="0" u="none" strike="noStrike" kern="1200" cap="none" spc="0" normalizeH="0" baseline="0" noProof="1" dirty="0">
                <a:solidFill>
                  <a:schemeClr val="accent1"/>
                </a:solidFill>
                <a:latin typeface="+mj-lt"/>
                <a:sym typeface="+mn-ea"/>
              </a:defRPr>
            </a:lvl1pPr>
          </a:lstStyle>
          <a:p>
            <a:pPr lvl="0"/>
            <a:r>
              <a:rPr>
                <a:latin typeface="+mj-lt"/>
                <a:sym typeface="+mn-ea"/>
              </a:rPr>
              <a:t>Click to add title</a:t>
            </a:r>
            <a:endParaRPr>
              <a:sym typeface="+mn-ea"/>
            </a:endParaRPr>
          </a:p>
        </p:txBody>
      </p:sp>
      <p:sp>
        <p:nvSpPr>
          <p:cNvPr id="6"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noProof="1" dirty="0" smtClean="0">
          <a:ln>
            <a:noFill/>
            <a:prstDash val="sysDot"/>
          </a:ln>
          <a:solidFill>
            <a:srgbClr val="FFFFFF"/>
          </a:solidFill>
          <a:uFillTx/>
          <a:latin typeface="Arial" panose="020B0604020202020204" pitchFamily="34" charset="0"/>
          <a:sym typeface="Arial" panose="020B0604020202020204" pitchFamily="34" charset="0"/>
        </a:defRPr>
      </a:lvl1pPr>
      <a:lvl2pPr marL="6858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en-US" sz="1600" b="0" i="0" u="none" strike="noStrike" kern="1200" cap="none" spc="150" normalizeH="0" baseline="0" dirty="0" smtClean="0">
          <a:solidFill>
            <a:srgbClr val="FFFFFF"/>
          </a:solidFill>
          <a:uFillTx/>
          <a:latin typeface="+mn-ea"/>
        </a:defRPr>
      </a:lvl2pPr>
      <a:lvl3pPr marL="11430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en-US" sz="1600" b="0" i="0" u="none" strike="noStrike" kern="1200" cap="none" spc="150" normalizeH="0" baseline="0" dirty="0" smtClean="0">
          <a:solidFill>
            <a:srgbClr val="FFFFFF"/>
          </a:solidFill>
          <a:uFillTx/>
          <a:latin typeface="+mn-ea"/>
        </a:defRPr>
      </a:lvl3pPr>
      <a:lvl4pPr marL="16002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en-US" sz="1600" b="0" i="0" u="none" strike="noStrike" kern="1200" cap="none" spc="150" normalizeH="0" baseline="0" dirty="0" smtClean="0">
          <a:solidFill>
            <a:srgbClr val="FFFFFF"/>
          </a:solidFill>
          <a:uFillTx/>
          <a:latin typeface="+mn-ea"/>
        </a:defRPr>
      </a:lvl4pPr>
      <a:lvl5pPr marL="2057400" marR="0" indent="-228600" algn="l" defTabSz="914400" rtl="0" eaLnBrk="1" fontAlgn="auto" latinLnBrk="0" hangingPunct="1">
        <a:lnSpc>
          <a:spcPct val="120000"/>
        </a:lnSpc>
        <a:spcBef>
          <a:spcPts val="1200"/>
        </a:spcBef>
        <a:spcAft>
          <a:spcPts val="0"/>
        </a:spcAft>
        <a:buFont typeface="Arial" panose="020B0604020202020204" pitchFamily="34" charset="0"/>
        <a:buChar char="•"/>
        <a:defRPr kumimoji="0" lang="en-US" sz="1600" b="0" i="0" u="none" strike="noStrike" kern="1200" cap="none" spc="150" normalizeH="0" baseline="0" dirty="0">
          <a:solidFill>
            <a:srgbClr val="FFFFFF"/>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6.xml"/><Relationship Id="rId1" Type="http://schemas.openxmlformats.org/officeDocument/2006/relationships/tags" Target="../tags/tag75.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3.xml"/><Relationship Id="rId1" Type="http://schemas.openxmlformats.org/officeDocument/2006/relationships/tags" Target="../tags/tag9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1.xml"/><Relationship Id="rId1" Type="http://schemas.openxmlformats.org/officeDocument/2006/relationships/tags" Target="../tags/tag10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9.xml"/><Relationship Id="rId1" Type="http://schemas.openxmlformats.org/officeDocument/2006/relationships/tags" Target="../tags/tag10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11.xml"/><Relationship Id="rId1" Type="http://schemas.openxmlformats.org/officeDocument/2006/relationships/tags" Target="../tags/tag110.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16.xml"/><Relationship Id="rId1" Type="http://schemas.openxmlformats.org/officeDocument/2006/relationships/tags" Target="../tags/tag1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18.xml"/><Relationship Id="rId1" Type="http://schemas.openxmlformats.org/officeDocument/2006/relationships/tags" Target="../tags/tag1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20.xml"/><Relationship Id="rId1" Type="http://schemas.openxmlformats.org/officeDocument/2006/relationships/tags" Target="../tags/tag119.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25.xml"/><Relationship Id="rId1" Type="http://schemas.openxmlformats.org/officeDocument/2006/relationships/tags" Target="../tags/tag12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27.xml"/><Relationship Id="rId1" Type="http://schemas.openxmlformats.org/officeDocument/2006/relationships/tags" Target="../tags/tag126.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32.xml"/><Relationship Id="rId1" Type="http://schemas.openxmlformats.org/officeDocument/2006/relationships/tags" Target="../tags/tag13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34.xml"/><Relationship Id="rId1" Type="http://schemas.openxmlformats.org/officeDocument/2006/relationships/tags" Target="../tags/tag133.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39.xml"/><Relationship Id="rId1" Type="http://schemas.openxmlformats.org/officeDocument/2006/relationships/tags" Target="../tags/tag138.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44.xml"/><Relationship Id="rId1" Type="http://schemas.openxmlformats.org/officeDocument/2006/relationships/tags" Target="../tags/tag143.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a:spLocks noGrp="1"/>
          </p:cNvSpPr>
          <p:nvPr>
            <p:ph type="title" idx="2"/>
            <p:custDataLst>
              <p:tags r:id="rId1"/>
            </p:custDataLst>
          </p:nvPr>
        </p:nvSpPr>
        <p:spPr>
          <a:xfrm>
            <a:off x="677545" y="234950"/>
            <a:ext cx="9903460" cy="6410960"/>
          </a:xfrm>
        </p:spPr>
        <p:txBody>
          <a:bodyPr>
            <a:normAutofit/>
          </a:bodyPr>
          <a:lstStyle/>
          <a:p>
            <a:r>
              <a:rPr lang="en-US" altLang="en-US" dirty="0">
                <a:latin typeface="Times New Roman" panose="02020603050405020304" charset="0"/>
                <a:ea typeface="+mj-ea"/>
                <a:cs typeface="Times New Roman" panose="02020603050405020304" charset="0"/>
              </a:rPr>
              <a:t>List</a:t>
            </a:r>
            <a:br>
              <a:rPr lang="en-US" altLang="en-US"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Adding Items to a List, </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Finding and Updating an Item,</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Nested Lists,</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Cloning Lists,</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sorting a List,</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List Concatenation, </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List Slices,</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List Methods,</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Mutability,</a:t>
            </a:r>
            <a:br>
              <a:rPr lang="en-US" altLang="en-US" sz="2000" dirty="0">
                <a:latin typeface="Times New Roman" panose="02020603050405020304" charset="0"/>
                <a:ea typeface="+mj-ea"/>
                <a:cs typeface="Times New Roman" panose="02020603050405020304" charset="0"/>
              </a:rPr>
            </a:br>
            <a:r>
              <a:rPr lang="en-US" altLang="en-US" sz="2000" dirty="0">
                <a:latin typeface="Times New Roman" panose="02020603050405020304" charset="0"/>
                <a:ea typeface="+mj-ea"/>
                <a:cs typeface="Times New Roman" panose="02020603050405020304" charset="0"/>
              </a:rPr>
              <a:t> Aliasing</a:t>
            </a:r>
            <a:endParaRPr lang="en-US" altLang="en-US" sz="2000" dirty="0">
              <a:latin typeface="Times New Roman" panose="02020603050405020304" charset="0"/>
              <a:ea typeface="+mj-ea"/>
              <a:cs typeface="Times New Roman" panose="02020603050405020304" charset="0"/>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ltLang="en-US" sz="3600">
                <a:latin typeface="Times New Roman" panose="02020603050405020304" charset="0"/>
                <a:cs typeface="Times New Roman" panose="02020603050405020304" charset="0"/>
              </a:rPr>
              <a:t> Introduction to List</a:t>
            </a:r>
            <a:endParaRPr lang="en-US" altLang="en-US" sz="3600">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sz="2800">
                <a:latin typeface="Times New Roman" panose="02020603050405020304" charset="0"/>
                <a:cs typeface="Times New Roman" panose="02020603050405020304" charset="0"/>
              </a:rPr>
              <a:t>The data type list is an ordered sequence which is</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mutable and made up of one or more elements.</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 Unlike</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a string which consists of only characters, a list can</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have elements of different data types, such as integer,float, string, tuple or even another list. </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A list is very</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useful to group together elements of mixed data types.</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Elements of a list are enclosed in square brackets and</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are separated by comma. </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Like string indices, list indices</a:t>
            </a:r>
            <a:r>
              <a:rPr lang="en-IN" altLang="en-US" sz="2800">
                <a:latin typeface="Times New Roman" panose="02020603050405020304" charset="0"/>
                <a:cs typeface="Times New Roman" panose="02020603050405020304" charset="0"/>
              </a:rPr>
              <a:t> </a:t>
            </a:r>
            <a:r>
              <a:rPr lang="en-US" altLang="en-US" sz="2800">
                <a:latin typeface="Times New Roman" panose="02020603050405020304" charset="0"/>
                <a:cs typeface="Times New Roman" panose="02020603050405020304" charset="0"/>
              </a:rPr>
              <a:t>also start from 0.</a:t>
            </a:r>
            <a:endParaRPr lang="en-US" altLang="en-US" sz="28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IN" altLang="en-US">
                <a:latin typeface="Times New Roman" panose="02020603050405020304" charset="0"/>
                <a:cs typeface="Times New Roman" panose="02020603050405020304" charset="0"/>
              </a:rPr>
              <a:t>Creating</a:t>
            </a:r>
            <a:r>
              <a:rPr lang="en-US" altLang="en-US">
                <a:latin typeface="Times New Roman" panose="02020603050405020304" charset="0"/>
                <a:cs typeface="Times New Roman" panose="02020603050405020304" charset="0"/>
              </a:rPr>
              <a:t>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551815" y="1245870"/>
            <a:ext cx="10800080" cy="5255260"/>
          </a:xfrm>
        </p:spPr>
        <p:txBody>
          <a:bodyPr>
            <a:normAutofit lnSpcReduction="20000"/>
          </a:bodyPr>
          <a:p>
            <a:pPr marL="0" indent="0" fontAlgn="auto">
              <a:lnSpc>
                <a:spcPct val="100000"/>
              </a:lnSpc>
              <a:spcBef>
                <a:spcPts val="0"/>
              </a:spcBef>
              <a:buNone/>
            </a:pPr>
            <a:r>
              <a:rPr lang="en-US" altLang="en-US">
                <a:latin typeface="Times New Roman" panose="02020603050405020304" charset="0"/>
                <a:cs typeface="Times New Roman" panose="02020603050405020304" charset="0"/>
              </a:rPr>
              <a:t>1. Creating an Empty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An empty list is a list that does not contain any elements. It is created using square brackets []. Elements can be added to the list later.</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2. Creating a List with Elements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A list can be created by placing multiple elements inside square brackets [] and separating them with commas. A list can contain numbers, strings, or different types of values.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IN" altLang="en-US">
                <a:latin typeface="Times New Roman" panose="02020603050405020304" charset="0"/>
                <a:cs typeface="Times New Roman" panose="02020603050405020304" charset="0"/>
              </a:rPr>
              <a:t>3</a:t>
            </a:r>
            <a:r>
              <a:rPr lang="en-US" altLang="en-US">
                <a:latin typeface="Times New Roman" panose="02020603050405020304" charset="0"/>
                <a:cs typeface="Times New Roman" panose="02020603050405020304" charset="0"/>
              </a:rPr>
              <a:t>. Creating a List Using list() Function</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list() function is used to create a list from an iterable such as a tuple, string, set, dictionary, or range. It converts the given iterable into a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list((10, 20, 30, 40))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altLang="en-US">
                <a:latin typeface="Times New Roman" panose="02020603050405020304" charset="0"/>
                <a:ea typeface="+mj-ea"/>
                <a:cs typeface="Times New Roman" panose="02020603050405020304" charset="0"/>
                <a:sym typeface="+mn-ea"/>
              </a:rPr>
              <a:t>Adding Items to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551815" y="1245870"/>
            <a:ext cx="10800080" cy="5558155"/>
          </a:xfrm>
        </p:spPr>
        <p:txBody>
          <a:bodyPr>
            <a:normAutofit fontScale="80000"/>
          </a:bodyPr>
          <a:p>
            <a:pPr marL="0" indent="0" fontAlgn="auto">
              <a:lnSpc>
                <a:spcPct val="100000"/>
              </a:lnSpc>
              <a:spcBef>
                <a:spcPts val="0"/>
              </a:spcBef>
              <a:buNone/>
            </a:pPr>
            <a:r>
              <a:rPr lang="en-US" altLang="en-US">
                <a:latin typeface="Times New Roman" panose="02020603050405020304" charset="0"/>
                <a:cs typeface="Times New Roman" panose="02020603050405020304" charset="0"/>
              </a:rPr>
              <a:t>A list in Python is mutable, which means that its elements can be changed after the list is created. New items can also be added to an existing list using different methods.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1. Using append()</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append() method is used to add one item at the end of a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list_name.append(item)</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numbers.append(40)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2. Using insert()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insert() method is used to add an item at a specific position (index) in a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list_name.insert(index, item)</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numbers.insert(1, 15)</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[10, 15, 20, 30]</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altLang="en-US">
                <a:latin typeface="Times New Roman" panose="02020603050405020304" charset="0"/>
                <a:ea typeface="+mj-ea"/>
                <a:cs typeface="Times New Roman" panose="02020603050405020304" charset="0"/>
                <a:sym typeface="+mn-ea"/>
              </a:rPr>
              <a:t>Adding Items to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551815" y="1245870"/>
            <a:ext cx="10800080" cy="5558155"/>
          </a:xfrm>
        </p:spPr>
        <p:txBody>
          <a:bodyPr>
            <a:normAutofit fontScale="90000"/>
          </a:bodyPr>
          <a:p>
            <a:pPr marL="0" indent="0" fontAlgn="auto">
              <a:lnSpc>
                <a:spcPct val="100000"/>
              </a:lnSpc>
              <a:spcBef>
                <a:spcPts val="0"/>
              </a:spcBef>
              <a:buNone/>
            </a:pPr>
            <a:r>
              <a:rPr lang="en-US" altLang="en-US">
                <a:latin typeface="Times New Roman" panose="02020603050405020304" charset="0"/>
                <a:cs typeface="Times New Roman" panose="02020603050405020304" charset="0"/>
              </a:rPr>
              <a:t>3. Using extend()</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extend() method is used to add multiple items to the end of an existing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b="1">
                <a:latin typeface="Times New Roman" panose="02020603050405020304" charset="0"/>
                <a:cs typeface="Times New Roman" panose="02020603050405020304" charset="0"/>
              </a:rPr>
              <a:t>Syntax</a:t>
            </a:r>
            <a:r>
              <a:rPr lang="en-IN" altLang="en-US" b="1">
                <a:latin typeface="Times New Roman" panose="02020603050405020304" charset="0"/>
                <a:cs typeface="Times New Roman" panose="02020603050405020304" charset="0"/>
              </a:rPr>
              <a:t>:</a:t>
            </a:r>
            <a:endParaRPr lang="en-US" altLang="en-US" b="1">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list_name.extend(iterable)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numbers.extend([40, 50, 60])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sz="2300" b="1">
                <a:latin typeface="Times New Roman" panose="02020603050405020304" charset="0"/>
                <a:cs typeface="Times New Roman" panose="02020603050405020304" charset="0"/>
              </a:rPr>
              <a:t>Accepting multiple values in one line</a:t>
            </a:r>
            <a:r>
              <a:rPr lang="en-IN" altLang="en-US" sz="2300" b="1">
                <a:latin typeface="Times New Roman" panose="02020603050405020304" charset="0"/>
                <a:cs typeface="Times New Roman" panose="02020603050405020304" charset="0"/>
              </a:rPr>
              <a:t>:</a:t>
            </a:r>
            <a:endParaRPr lang="en-US" altLang="en-US" sz="2300" b="1">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user can enter multiple values separated by spaces.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list(map(int, input("Enter numbers: ").split()))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IN" altLang="en-US">
                <a:latin typeface="Times New Roman" panose="02020603050405020304" charset="0"/>
                <a:cs typeface="Times New Roman" panose="02020603050405020304" charset="0"/>
              </a:rPr>
              <a:t>Using Loop:</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 = int(input("How many numbers do you want to enter? "))</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for i in range(n):</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    value = int(input("Enter number: "))</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    numbers.append(value)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print("List:", 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lang="en-US" altLang="en-US">
                <a:latin typeface="Times New Roman" panose="02020603050405020304" charset="0"/>
                <a:cs typeface="Times New Roman" panose="02020603050405020304" charset="0"/>
              </a:rPr>
              <a:t>Accessing Elements in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551815" y="1245869"/>
            <a:ext cx="10800000" cy="4873625"/>
          </a:xfrm>
        </p:spPr>
        <p:txBody>
          <a:bodyPr>
            <a:normAutofit fontScale="25000"/>
          </a:bodyPr>
          <a:p>
            <a:r>
              <a:rPr lang="en-US" altLang="en-US" sz="7200">
                <a:latin typeface="Times New Roman" panose="02020603050405020304" charset="0"/>
                <a:cs typeface="Times New Roman" panose="02020603050405020304" charset="0"/>
              </a:rPr>
              <a:t>The elements of a list are accessed in the same way as</a:t>
            </a:r>
            <a:r>
              <a:rPr lang="en-IN" altLang="en-US" sz="7200">
                <a:latin typeface="Times New Roman" panose="02020603050405020304" charset="0"/>
                <a:cs typeface="Times New Roman" panose="02020603050405020304" charset="0"/>
              </a:rPr>
              <a:t> </a:t>
            </a:r>
            <a:r>
              <a:rPr lang="en-US" altLang="en-US" sz="7200">
                <a:latin typeface="Times New Roman" panose="02020603050405020304" charset="0"/>
                <a:cs typeface="Times New Roman" panose="02020603050405020304" charset="0"/>
              </a:rPr>
              <a:t>characters are accessed in a string.</a:t>
            </a:r>
            <a:endParaRPr lang="en-US" altLang="en-US" sz="7200">
              <a:latin typeface="Times New Roman" panose="02020603050405020304" charset="0"/>
              <a:cs typeface="Times New Roman" panose="02020603050405020304" charset="0"/>
            </a:endParaRPr>
          </a:p>
          <a:p>
            <a:pPr fontAlgn="auto">
              <a:lnSpc>
                <a:spcPct val="100000"/>
              </a:lnSpc>
              <a:spcBef>
                <a:spcPts val="0"/>
              </a:spcBef>
            </a:pP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#initializes a list list1</a:t>
            </a: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 list1 = [2,4,6,8,10,12]</a:t>
            </a: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 list1[0] </a:t>
            </a:r>
            <a:r>
              <a:rPr lang="en-IN" altLang="en-US" sz="7200">
                <a:latin typeface="Times New Roman" panose="02020603050405020304" charset="0"/>
                <a:cs typeface="Times New Roman" panose="02020603050405020304" charset="0"/>
              </a:rPr>
              <a:t>             </a:t>
            </a:r>
            <a:r>
              <a:rPr lang="en-US" altLang="en-US" sz="7200">
                <a:latin typeface="Times New Roman" panose="02020603050405020304" charset="0"/>
                <a:cs typeface="Times New Roman" panose="02020603050405020304" charset="0"/>
              </a:rPr>
              <a:t>#return first element of list1</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sz="7200">
                <a:latin typeface="Times New Roman" panose="02020603050405020304" charset="0"/>
                <a:cs typeface="Times New Roman" panose="02020603050405020304" charset="0"/>
              </a:rPr>
              <a:t>==&gt;</a:t>
            </a:r>
            <a:r>
              <a:rPr lang="en-US" altLang="en-US" sz="7200">
                <a:latin typeface="Times New Roman" panose="02020603050405020304" charset="0"/>
                <a:cs typeface="Times New Roman" panose="02020603050405020304" charset="0"/>
              </a:rPr>
              <a:t>2</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 list1[3] </a:t>
            </a:r>
            <a:r>
              <a:rPr lang="en-IN" altLang="en-US" sz="7200">
                <a:latin typeface="Times New Roman" panose="02020603050405020304" charset="0"/>
                <a:cs typeface="Times New Roman" panose="02020603050405020304" charset="0"/>
              </a:rPr>
              <a:t>             </a:t>
            </a:r>
            <a:r>
              <a:rPr lang="en-US" altLang="en-US" sz="7200">
                <a:latin typeface="Times New Roman" panose="02020603050405020304" charset="0"/>
                <a:cs typeface="Times New Roman" panose="02020603050405020304" charset="0"/>
              </a:rPr>
              <a:t>#return fourth element of list1</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sz="7200">
                <a:latin typeface="Times New Roman" panose="02020603050405020304" charset="0"/>
                <a:cs typeface="Times New Roman" panose="02020603050405020304" charset="0"/>
              </a:rPr>
              <a:t>==&gt;</a:t>
            </a:r>
            <a:r>
              <a:rPr lang="en-US" altLang="en-US" sz="7200">
                <a:latin typeface="Times New Roman" panose="02020603050405020304" charset="0"/>
                <a:cs typeface="Times New Roman" panose="02020603050405020304" charset="0"/>
              </a:rPr>
              <a:t>8</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#return error as index is out of range</a:t>
            </a: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 list1[15]</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r>
              <a:rPr lang="en-US" altLang="en-US" sz="7200">
                <a:latin typeface="Times New Roman" panose="02020603050405020304" charset="0"/>
                <a:cs typeface="Times New Roman" panose="02020603050405020304" charset="0"/>
              </a:rPr>
              <a:t>IndexError: list index out of range</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endParaRPr lang="en-US" altLang="en-US" sz="7200">
              <a:latin typeface="Times New Roman" panose="02020603050405020304" charset="0"/>
              <a:cs typeface="Times New Roman" panose="02020603050405020304" charset="0"/>
            </a:endParaRPr>
          </a:p>
          <a:p>
            <a:pPr fontAlgn="auto">
              <a:lnSpc>
                <a:spcPct val="100000"/>
              </a:lnSpc>
              <a:spcBef>
                <a:spcPts val="0"/>
              </a:spcBef>
            </a:pPr>
            <a:r>
              <a:rPr lang="en-US" altLang="en-US" sz="7200">
                <a:latin typeface="Times New Roman" panose="02020603050405020304" charset="0"/>
                <a:cs typeface="Times New Roman" panose="02020603050405020304" charset="0"/>
              </a:rPr>
              <a:t>#an expression resulting in an integer index</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r>
              <a:rPr lang="en-US" altLang="en-US" sz="7200">
                <a:latin typeface="Times New Roman" panose="02020603050405020304" charset="0"/>
                <a:cs typeface="Times New Roman" panose="02020603050405020304" charset="0"/>
              </a:rPr>
              <a:t> list1[1+4]</a:t>
            </a:r>
            <a:endParaRPr lang="en-US" altLang="en-US" sz="7200">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sz="7200">
                <a:latin typeface="Times New Roman" panose="02020603050405020304" charset="0"/>
                <a:cs typeface="Times New Roman" panose="02020603050405020304" charset="0"/>
              </a:rPr>
              <a:t>==&gt;</a:t>
            </a:r>
            <a:r>
              <a:rPr lang="en-US" altLang="en-US" sz="7200">
                <a:latin typeface="Times New Roman" panose="02020603050405020304" charset="0"/>
                <a:cs typeface="Times New Roman" panose="02020603050405020304" charset="0"/>
              </a:rPr>
              <a:t>12</a:t>
            </a:r>
            <a:endParaRPr lang="en-US" altLang="en-US" sz="7200">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sz="72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p:txBody>
          <a:bodyPr>
            <a:normAutofit/>
          </a:bodyPr>
          <a:p>
            <a:pPr fontAlgn="auto">
              <a:lnSpc>
                <a:spcPct val="100000"/>
              </a:lnSpc>
              <a:spcBef>
                <a:spcPts val="0"/>
              </a:spcBef>
            </a:pPr>
            <a:r>
              <a:rPr altLang="en-US">
                <a:latin typeface="Times New Roman" panose="02020603050405020304" charset="0"/>
                <a:cs typeface="Times New Roman" panose="02020603050405020304" charset="0"/>
                <a:sym typeface="+mn-ea"/>
              </a:rPr>
              <a:t> list1[-1] </a:t>
            </a:r>
            <a:r>
              <a:rPr lang="en-IN" altLang="en-US">
                <a:latin typeface="Times New Roman" panose="02020603050405020304" charset="0"/>
                <a:cs typeface="Times New Roman" panose="02020603050405020304" charset="0"/>
                <a:sym typeface="+mn-ea"/>
              </a:rPr>
              <a:t>                          </a:t>
            </a:r>
            <a:r>
              <a:rPr altLang="en-US">
                <a:latin typeface="Times New Roman" panose="02020603050405020304" charset="0"/>
                <a:cs typeface="Times New Roman" panose="02020603050405020304" charset="0"/>
                <a:sym typeface="+mn-ea"/>
              </a:rPr>
              <a:t>#return first element from right</a:t>
            </a:r>
            <a:endParaRPr lang="en-US" altLang="en-US">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a:latin typeface="Times New Roman" panose="02020603050405020304" charset="0"/>
                <a:cs typeface="Times New Roman" panose="02020603050405020304" charset="0"/>
                <a:sym typeface="+mn-ea"/>
              </a:rPr>
              <a:t>==&gt;</a:t>
            </a:r>
            <a:r>
              <a:rPr altLang="en-US">
                <a:latin typeface="Times New Roman" panose="02020603050405020304" charset="0"/>
                <a:cs typeface="Times New Roman" panose="02020603050405020304" charset="0"/>
                <a:sym typeface="+mn-ea"/>
              </a:rPr>
              <a:t>12</a:t>
            </a:r>
            <a:endParaRPr altLang="en-US">
              <a:latin typeface="Times New Roman" panose="02020603050405020304" charset="0"/>
              <a:cs typeface="Times New Roman" panose="02020603050405020304" charset="0"/>
              <a:sym typeface="+mn-ea"/>
            </a:endParaRPr>
          </a:p>
          <a:p>
            <a:pPr marL="0" indent="457200" fontAlgn="auto">
              <a:lnSpc>
                <a:spcPct val="100000"/>
              </a:lnSpc>
              <a:spcBef>
                <a:spcPts val="0"/>
              </a:spcBef>
              <a:buNone/>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#length of the list list1 is assigned to n</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 n = len(list1)</a:t>
            </a:r>
            <a:endParaRPr lang="en-US" altLang="en-US">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a:latin typeface="Times New Roman" panose="02020603050405020304" charset="0"/>
                <a:cs typeface="Times New Roman" panose="02020603050405020304" charset="0"/>
                <a:sym typeface="+mn-ea"/>
              </a:rPr>
              <a:t>==&gt;</a:t>
            </a:r>
            <a:r>
              <a:rPr altLang="en-US">
                <a:latin typeface="Times New Roman" panose="02020603050405020304" charset="0"/>
                <a:cs typeface="Times New Roman" panose="02020603050405020304" charset="0"/>
                <a:sym typeface="+mn-ea"/>
              </a:rPr>
              <a:t> print(n)</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6</a:t>
            </a:r>
            <a:endParaRPr altLang="en-US">
              <a:latin typeface="Times New Roman" panose="02020603050405020304" charset="0"/>
              <a:cs typeface="Times New Roman" panose="02020603050405020304" charset="0"/>
              <a:sym typeface="+mn-ea"/>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#return the last element of the list1</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 list1[n-1]</a:t>
            </a:r>
            <a:r>
              <a:rPr lang="en-IN" altLang="en-US">
                <a:latin typeface="Times New Roman" panose="02020603050405020304" charset="0"/>
                <a:cs typeface="Times New Roman" panose="02020603050405020304" charset="0"/>
                <a:sym typeface="+mn-ea"/>
              </a:rPr>
              <a:t>                           #list1[6-1] </a:t>
            </a:r>
            <a:endParaRPr lang="en-US" altLang="en-US">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a:latin typeface="Times New Roman" panose="02020603050405020304" charset="0"/>
                <a:cs typeface="Times New Roman" panose="02020603050405020304" charset="0"/>
                <a:sym typeface="+mn-ea"/>
              </a:rPr>
              <a:t>===&gt;</a:t>
            </a:r>
            <a:r>
              <a:rPr altLang="en-US">
                <a:latin typeface="Times New Roman" panose="02020603050405020304" charset="0"/>
                <a:cs typeface="Times New Roman" panose="02020603050405020304" charset="0"/>
                <a:sym typeface="+mn-ea"/>
              </a:rPr>
              <a:t>12</a:t>
            </a:r>
            <a:endParaRPr altLang="en-US">
              <a:latin typeface="Times New Roman" panose="02020603050405020304" charset="0"/>
              <a:cs typeface="Times New Roman" panose="02020603050405020304" charset="0"/>
              <a:sym typeface="+mn-ea"/>
            </a:endParaRPr>
          </a:p>
          <a:p>
            <a:pPr marL="0" indent="457200" fontAlgn="auto">
              <a:lnSpc>
                <a:spcPct val="100000"/>
              </a:lnSpc>
              <a:spcBef>
                <a:spcPts val="0"/>
              </a:spcBef>
              <a:buNone/>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#return the first element of list1</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altLang="en-US">
                <a:latin typeface="Times New Roman" panose="02020603050405020304" charset="0"/>
                <a:cs typeface="Times New Roman" panose="02020603050405020304" charset="0"/>
                <a:sym typeface="+mn-ea"/>
              </a:rPr>
              <a:t> list1[-n]</a:t>
            </a:r>
            <a:endParaRPr lang="en-US" altLang="en-US">
              <a:latin typeface="Times New Roman" panose="02020603050405020304" charset="0"/>
              <a:cs typeface="Times New Roman" panose="02020603050405020304" charset="0"/>
            </a:endParaRPr>
          </a:p>
          <a:p>
            <a:pPr marL="0" indent="457200" fontAlgn="auto">
              <a:lnSpc>
                <a:spcPct val="100000"/>
              </a:lnSpc>
              <a:spcBef>
                <a:spcPts val="0"/>
              </a:spcBef>
              <a:buNone/>
            </a:pPr>
            <a:r>
              <a:rPr lang="en-IN" altLang="en-US">
                <a:latin typeface="Times New Roman" panose="02020603050405020304" charset="0"/>
                <a:cs typeface="Times New Roman" panose="02020603050405020304" charset="0"/>
                <a:sym typeface="+mn-ea"/>
              </a:rPr>
              <a:t>===&gt;</a:t>
            </a:r>
            <a:r>
              <a:rPr altLang="en-US">
                <a:latin typeface="Times New Roman" panose="02020603050405020304" charset="0"/>
                <a:cs typeface="Times New Roman" panose="02020603050405020304" charset="0"/>
                <a:sym typeface="+mn-ea"/>
              </a:rPr>
              <a:t>2</a:t>
            </a:r>
            <a:endParaRPr lang="en-US" alt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Lists are Mutable</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sz="2400">
                <a:latin typeface="Times New Roman" panose="02020603050405020304" charset="0"/>
                <a:cs typeface="Times New Roman" panose="02020603050405020304" charset="0"/>
              </a:rPr>
              <a:t>In Python, lists are mutable. It means that the contents</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of the list can be changed after it has been created.</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#List list1 of colors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&gt;&gt;&gt; list1 = ['Red','Green','Blue','Orange']</a:t>
            </a:r>
            <a:endParaRPr lang="en-US" altLang="en-US" sz="2400">
              <a:latin typeface="Times New Roman" panose="02020603050405020304" charset="0"/>
              <a:cs typeface="Times New Roman" panose="02020603050405020304" charset="0"/>
            </a:endParaRP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#change/override the fourth element of list1</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&gt;&gt;&gt; list1[3] = 'Black'</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&gt;&gt;&gt; list1</a:t>
            </a: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 #print the modified list list1</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['Red', 'Green', 'Blue', 'Black']</a:t>
            </a:r>
            <a:endParaRPr lang="en-US" altLang="en-US" sz="24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r>
              <a:rPr altLang="en-US">
                <a:latin typeface="Times New Roman" panose="02020603050405020304" charset="0"/>
                <a:cs typeface="Times New Roman" panose="02020603050405020304" charset="0"/>
                <a:sym typeface="+mn-ea"/>
              </a:rPr>
              <a:t>Finding an Item in a List</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a:latin typeface="Times New Roman" panose="02020603050405020304" charset="0"/>
                <a:cs typeface="Times New Roman" panose="02020603050405020304" charset="0"/>
              </a:rPr>
              <a:t>1. Finding an Item in a List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Finding an item means checking whether a particular value exists in the list and, if required, finding its position (index).</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Using in Operator</a:t>
            </a:r>
            <a:endParaRPr lang="en-US" altLang="en-US"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in operator checks whether an item exists in a list.</a:t>
            </a:r>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Syntax:</a:t>
            </a:r>
            <a:endParaRPr lang="en-IN"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item in list_name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Example:</a:t>
            </a:r>
            <a:endParaRPr lang="en-IN"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&gt;&gt;</a:t>
            </a: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&gt;&gt;</a:t>
            </a:r>
            <a:r>
              <a:rPr lang="en-US" altLang="en-US">
                <a:latin typeface="Times New Roman" panose="02020603050405020304" charset="0"/>
                <a:cs typeface="Times New Roman" panose="02020603050405020304" charset="0"/>
              </a:rPr>
              <a:t>print(30 in 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499745"/>
            <a:ext cx="10800080" cy="6232525"/>
          </a:xfrm>
        </p:spPr>
        <p:txBody>
          <a:bodyPr>
            <a:normAutofit lnSpcReduction="10000"/>
          </a:bodyPr>
          <a:p>
            <a:r>
              <a:rPr lang="en-US" altLang="en-US" b="1">
                <a:latin typeface="Times New Roman" panose="02020603050405020304" charset="0"/>
                <a:cs typeface="Times New Roman" panose="02020603050405020304" charset="0"/>
              </a:rPr>
              <a:t>Using not in</a:t>
            </a:r>
            <a:endParaRPr lang="en-US" altLang="en-US"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not in checks whether an item does not exist in the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For 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print(50 not in numbers)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Finding the Position Using index()</a:t>
            </a:r>
            <a:endParaRPr lang="en-US" altLang="en-US"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index() method returns the index of the first occurrence of an item.</a:t>
            </a:r>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Syntax:</a:t>
            </a:r>
            <a:endParaRPr lang="en-IN"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list_name.index(item)</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position = numbers.index(30)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print(position)</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Updating an Item in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95960" y="1301750"/>
            <a:ext cx="10800080" cy="5287010"/>
          </a:xfrm>
        </p:spPr>
        <p:txBody>
          <a:bodyPr>
            <a:normAutofit fontScale="90000"/>
          </a:bodyPr>
          <a:p>
            <a:r>
              <a:rPr lang="en-US" altLang="en-US">
                <a:latin typeface="Times New Roman" panose="02020603050405020304" charset="0"/>
                <a:cs typeface="Times New Roman" panose="02020603050405020304" charset="0"/>
              </a:rPr>
              <a:t>Updating means changing an existing value in a list.</a:t>
            </a:r>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list_name[index] = new_value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numbers[2] = 35</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Updating Using a Found Index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We can first find the item's index and then update it</a:t>
            </a:r>
            <a:r>
              <a:rPr lang="en-IN"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position = numbers.index(30)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numbers[position] = 35</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latin typeface="Times New Roman" panose="02020603050405020304" charset="0"/>
                <a:cs typeface="Times New Roman" panose="02020603050405020304" charset="0"/>
              </a:rPr>
              <a:t>Nested List</a:t>
            </a:r>
            <a:endParaRPr lang="en-IN"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a:latin typeface="Times New Roman" panose="02020603050405020304" charset="0"/>
                <a:cs typeface="Times New Roman" panose="02020603050405020304" charset="0"/>
              </a:rPr>
              <a:t> </a:t>
            </a:r>
            <a:r>
              <a:rPr lang="en-IN" altLang="en-US">
                <a:latin typeface="Times New Roman" panose="02020603050405020304" charset="0"/>
                <a:cs typeface="Times New Roman" panose="02020603050405020304" charset="0"/>
              </a:rPr>
              <a:t>A </a:t>
            </a:r>
            <a:r>
              <a:rPr lang="en-US" altLang="en-US">
                <a:latin typeface="Times New Roman" panose="02020603050405020304" charset="0"/>
                <a:cs typeface="Times New Roman" panose="02020603050405020304" charset="0"/>
              </a:rPr>
              <a:t>nested list in Python is simply a list that contains other lists as its elements</a:t>
            </a:r>
            <a:r>
              <a:rPr lang="en-IN" altLang="en-US">
                <a:latin typeface="Times New Roman" panose="02020603050405020304" charset="0"/>
                <a:cs typeface="Times New Roman" panose="02020603050405020304" charset="0"/>
              </a:rPr>
              <a:t>.</a:t>
            </a:r>
            <a:endParaRPr lang="en-IN"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In simple words: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 list inside another list is called a nested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Here, [30, 40] is a list inside the main list.</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p:txBody>
          <a:bodyPr/>
          <a:p>
            <a:r>
              <a:rPr lang="en-US" altLang="en-US">
                <a:latin typeface="Times New Roman" panose="02020603050405020304" charset="0"/>
                <a:cs typeface="Times New Roman" panose="02020603050405020304" charset="0"/>
              </a:rPr>
              <a:t>Creating a Nested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 nested list can be created by placing one or more lists inside another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list1 = [[10, 20], [30, 40], [50, 60]]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print(list1)</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[[10, 20], [30, 40], [50, 60]]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370205"/>
            <a:ext cx="10800080" cy="5805170"/>
          </a:xfrm>
        </p:spPr>
        <p:txBody>
          <a:bodyPr>
            <a:normAutofit/>
          </a:bodyPr>
          <a:p>
            <a:pPr fontAlgn="auto">
              <a:lnSpc>
                <a:spcPct val="100000"/>
              </a:lnSpc>
              <a:spcBef>
                <a:spcPts val="0"/>
              </a:spcBef>
            </a:pPr>
            <a:r>
              <a:rPr lang="en-US" altLang="en-US" sz="2400" b="1">
                <a:latin typeface="Times New Roman" panose="02020603050405020304" charset="0"/>
                <a:cs typeface="Times New Roman" panose="02020603050405020304" charset="0"/>
              </a:rPr>
              <a:t>Accessing an Individual Element</a:t>
            </a:r>
            <a:endParaRPr lang="en-US" altLang="en-US" sz="2400" b="1">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To access an individual element inside an inner list, we use two indexes.</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list_name[outer_index][inner_index]</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list1 = [[10, 20], [30, 40], [50, 60]]</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print(list1[1][0])</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30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altLang="en-US">
                <a:latin typeface="Times New Roman" panose="02020603050405020304" charset="0"/>
                <a:cs typeface="Times New Roman" panose="02020603050405020304" charset="0"/>
                <a:sym typeface="+mn-ea"/>
              </a:rPr>
              <a:t>Cloning a list</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95960" y="1301750"/>
            <a:ext cx="8201025" cy="4873625"/>
          </a:xfrm>
        </p:spPr>
        <p:txBody>
          <a:bodyPr>
            <a:noAutofit/>
          </a:bodyPr>
          <a:p>
            <a:r>
              <a:rPr lang="en-US" altLang="en-US" sz="1400">
                <a:latin typeface="Times New Roman" panose="02020603050405020304" charset="0"/>
                <a:cs typeface="Times New Roman" panose="02020603050405020304" charset="0"/>
              </a:rPr>
              <a:t>Cloning a list means creating a separate copy of an existing list.</a:t>
            </a:r>
            <a:endParaRPr lang="en-US" altLang="en-US" sz="1400">
              <a:latin typeface="Times New Roman" panose="02020603050405020304" charset="0"/>
              <a:cs typeface="Times New Roman" panose="02020603050405020304" charset="0"/>
            </a:endParaRPr>
          </a:p>
          <a:p>
            <a:pPr marL="219710" fontAlgn="auto">
              <a:lnSpc>
                <a:spcPct val="100000"/>
              </a:lnSpc>
              <a:spcAft>
                <a:spcPts val="1000"/>
              </a:spcAft>
            </a:pPr>
            <a:r>
              <a:rPr lang="en-US" altLang="en-US" sz="1400">
                <a:latin typeface="Times New Roman" panose="02020603050405020304" charset="0"/>
                <a:cs typeface="Times New Roman" panose="02020603050405020304" charset="0"/>
              </a:rPr>
              <a:t>If</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you</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want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to</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modify</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a</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list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and</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also</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keep</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a</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copy</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of</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the</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original</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list,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then</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you</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should</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create</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a</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separate</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copy</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of</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the</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list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(not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just</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the</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reference).This</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process</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called</a:t>
            </a:r>
            <a:r>
              <a:rPr lang="en-IN" altLang="en-US" sz="1400">
                <a:latin typeface="Times New Roman" panose="02020603050405020304" charset="0"/>
                <a:cs typeface="Times New Roman" panose="02020603050405020304" charset="0"/>
              </a:rPr>
              <a:t> </a:t>
            </a:r>
            <a:r>
              <a:rPr lang="en-US" altLang="en-US" sz="1400">
                <a:latin typeface="Times New Roman" panose="02020603050405020304" charset="0"/>
                <a:cs typeface="Times New Roman" panose="02020603050405020304" charset="0"/>
              </a:rPr>
              <a:t>cloning.</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The cloned list contains the same elements as the original list, but it is stored separately.</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If we modify the cloned list, the original list remains unchanged.</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Three Ways to Clone a List</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1. Using Slicing</a:t>
            </a:r>
            <a:endParaRPr lang="en-US" altLang="en-US" sz="1400">
              <a:latin typeface="Times New Roman" panose="02020603050405020304" charset="0"/>
              <a:cs typeface="Times New Roman" panose="02020603050405020304" charset="0"/>
            </a:endParaRPr>
          </a:p>
          <a:p>
            <a:pPr marL="0" indent="457200">
              <a:buNone/>
            </a:pPr>
            <a:r>
              <a:rPr lang="en-US" altLang="en-US" sz="1400">
                <a:latin typeface="Times New Roman" panose="02020603050405020304" charset="0"/>
                <a:cs typeface="Times New Roman" panose="02020603050405020304" charset="0"/>
              </a:rPr>
              <a:t>list2 = list1[:]</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2. Using copy() Method</a:t>
            </a:r>
            <a:endParaRPr lang="en-US" altLang="en-US" sz="1400">
              <a:latin typeface="Times New Roman" panose="02020603050405020304" charset="0"/>
              <a:cs typeface="Times New Roman" panose="02020603050405020304" charset="0"/>
            </a:endParaRPr>
          </a:p>
          <a:p>
            <a:pPr marL="0" indent="457200">
              <a:buNone/>
            </a:pPr>
            <a:r>
              <a:rPr lang="en-US" altLang="en-US" sz="1400">
                <a:latin typeface="Times New Roman" panose="02020603050405020304" charset="0"/>
                <a:cs typeface="Times New Roman" panose="02020603050405020304" charset="0"/>
              </a:rPr>
              <a:t>list2 = list1.copy()</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3. Using list() Constructor</a:t>
            </a:r>
            <a:endParaRPr lang="en-US" altLang="en-US" sz="1400">
              <a:latin typeface="Times New Roman" panose="02020603050405020304" charset="0"/>
              <a:cs typeface="Times New Roman" panose="02020603050405020304" charset="0"/>
            </a:endParaRPr>
          </a:p>
          <a:p>
            <a:pPr marL="0" indent="457200">
              <a:buNone/>
            </a:pPr>
            <a:r>
              <a:rPr lang="en-US" altLang="en-US" sz="1400">
                <a:latin typeface="Times New Roman" panose="02020603050405020304" charset="0"/>
                <a:cs typeface="Times New Roman" panose="02020603050405020304" charset="0"/>
              </a:rPr>
              <a:t>list2 = list(list1)</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All three methods create a separate copy of a normal list.</a:t>
            </a:r>
            <a:endParaRPr lang="en-US" altLang="en-US" sz="14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874395"/>
            <a:ext cx="10800080" cy="5300980"/>
          </a:xfrm>
        </p:spPr>
        <p:txBody>
          <a:bodyPr>
            <a:normAutofit/>
          </a:bodyPr>
          <a:p>
            <a:pPr fontAlgn="auto">
              <a:lnSpc>
                <a:spcPct val="100000"/>
              </a:lnSpc>
              <a:spcBef>
                <a:spcPts val="0"/>
              </a:spcBef>
            </a:pPr>
            <a:r>
              <a:rPr lang="en-US" altLang="en-US" b="1">
                <a:latin typeface="Times New Roman" panose="02020603050405020304" charset="0"/>
                <a:cs typeface="Times New Roman" panose="02020603050405020304" charset="0"/>
              </a:rPr>
              <a:t>Cloning a List Using Slicing</a:t>
            </a:r>
            <a:endParaRPr lang="en-US" altLang="en-US" b="1">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A list can be cloned using the slicing operator [:].</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list1 = [10, 20, 30, 40]</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list2 = list1[:]</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list2[0] = 100</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print("Original List:", list1)</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print("Cloned List:", list2)</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fontAlgn="auto">
              <a:lnSpc>
                <a:spcPct val="100000"/>
              </a:lnSpc>
              <a:spcBef>
                <a:spcPts val="0"/>
              </a:spcBef>
            </a:pP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Original List: [10, 20, 30, 40]</a:t>
            </a:r>
            <a:endParaRPr lang="en-US" altLang="en-US">
              <a:latin typeface="Times New Roman" panose="02020603050405020304" charset="0"/>
              <a:cs typeface="Times New Roman" panose="02020603050405020304" charset="0"/>
            </a:endParaRPr>
          </a:p>
          <a:p>
            <a:pPr fontAlgn="auto">
              <a:lnSpc>
                <a:spcPct val="100000"/>
              </a:lnSpc>
              <a:spcBef>
                <a:spcPts val="0"/>
              </a:spcBef>
            </a:pPr>
            <a:r>
              <a:rPr lang="en-US" altLang="en-US">
                <a:latin typeface="Times New Roman" panose="02020603050405020304" charset="0"/>
                <a:cs typeface="Times New Roman" panose="02020603050405020304" charset="0"/>
              </a:rPr>
              <a:t>Cloned List: [100, 20, 30, 40]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564515"/>
            <a:ext cx="10800080" cy="5610860"/>
          </a:xfrm>
        </p:spPr>
        <p:txBody>
          <a:bodyPr>
            <a:normAutofit/>
          </a:bodyPr>
          <a:p>
            <a:r>
              <a:rPr lang="en-US" altLang="en-US" sz="3200" b="1">
                <a:latin typeface="Times New Roman" panose="02020603050405020304" charset="0"/>
                <a:cs typeface="Times New Roman" panose="02020603050405020304" charset="0"/>
              </a:rPr>
              <a:t>Cloning a List Using copy()</a:t>
            </a:r>
            <a:endParaRPr lang="en-US" altLang="en-US" sz="3200"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copy() method creates a separate copy of the list.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list1 =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 = list1.copy()</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list2[1] = 200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print("Original List:", list1)</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print("Cloned List:", list2)</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Original List: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Cloned List: [10, 200, 30, 40]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305435"/>
            <a:ext cx="10800080" cy="5869940"/>
          </a:xfrm>
        </p:spPr>
        <p:txBody>
          <a:bodyPr>
            <a:normAutofit fontScale="90000"/>
          </a:bodyPr>
          <a:p>
            <a:r>
              <a:rPr lang="en-US" altLang="en-US" sz="2200" b="1">
                <a:latin typeface="Times New Roman" panose="02020603050405020304" charset="0"/>
                <a:cs typeface="Times New Roman" panose="02020603050405020304" charset="0"/>
              </a:rPr>
              <a:t>Cloning a List Using list()</a:t>
            </a:r>
            <a:endParaRPr lang="en-US" altLang="en-US" sz="2200"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list() constructor can also be used to create a copy.</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list1 = [10, 20, 30, 40]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 = list(list1)</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list2[2] = 300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print("Original List:", list1)</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print("Cloned List:", list2)</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Original List: [10, 20, 30, 40]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Cloned List: [10, 20, 300, 40]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Sorting a List</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a:latin typeface="Times New Roman" panose="02020603050405020304" charset="0"/>
                <a:cs typeface="Times New Roman" panose="02020603050405020304" charset="0"/>
              </a:rPr>
              <a:t>Sorting a list means arranging the elements of a list in a particular order.</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Python provides the sort() method to sort a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By default, sort() arranges elements in ascending order.</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list_name.sort()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p:txBody>
          <a:bodyPr/>
          <a:p>
            <a:r>
              <a:rPr lang="en-US" altLang="en-US" b="1">
                <a:latin typeface="Times New Roman" panose="02020603050405020304" charset="0"/>
                <a:cs typeface="Times New Roman" panose="02020603050405020304" charset="0"/>
              </a:rPr>
              <a:t>Sorting Numbers in Ascending Order</a:t>
            </a:r>
            <a:endParaRPr lang="en-US" altLang="en-US"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[50, 20, 40, 10, 30]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numbers.sort()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[10, 20, 30, 40, 50]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numbers are arranged from smallest to largest.</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253365"/>
            <a:ext cx="10800080" cy="5922010"/>
          </a:xfrm>
        </p:spPr>
        <p:txBody>
          <a:bodyPr>
            <a:normAutofit/>
          </a:bodyPr>
          <a:p>
            <a:pPr indent="-191770" fontAlgn="auto">
              <a:lnSpc>
                <a:spcPct val="100000"/>
              </a:lnSpc>
              <a:spcBef>
                <a:spcPts val="0"/>
              </a:spcBef>
            </a:pPr>
            <a:r>
              <a:rPr lang="en-US" altLang="en-US">
                <a:latin typeface="Times New Roman" panose="02020603050405020304" charset="0"/>
                <a:cs typeface="Times New Roman" panose="02020603050405020304" charset="0"/>
              </a:rPr>
              <a:t>Sorting Numbers in Descending Order</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To arrange elements from largest to smallest, use:</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marL="494030" lvl="1" indent="457200" fontAlgn="auto">
              <a:lnSpc>
                <a:spcPct val="100000"/>
              </a:lnSpc>
              <a:spcBef>
                <a:spcPts val="0"/>
              </a:spcBef>
              <a:buNone/>
            </a:pPr>
            <a:r>
              <a:rPr lang="en-US" altLang="en-US">
                <a:latin typeface="Times New Roman" panose="02020603050405020304" charset="0"/>
                <a:cs typeface="Times New Roman" panose="02020603050405020304" charset="0"/>
              </a:rPr>
              <a:t>list_name.sort(reverse=True)</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numbers = [50, 20, 40, 10, 30]</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numbers.sort(reverse=True)</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endParaRPr lang="en-US" altLang="en-US">
              <a:latin typeface="Times New Roman" panose="02020603050405020304" charset="0"/>
              <a:cs typeface="Times New Roman" panose="02020603050405020304" charset="0"/>
            </a:endParaRPr>
          </a:p>
          <a:p>
            <a:pPr indent="-191770" fontAlgn="auto">
              <a:lnSpc>
                <a:spcPct val="100000"/>
              </a:lnSpc>
              <a:spcBef>
                <a:spcPts val="0"/>
              </a:spcBef>
            </a:pPr>
            <a:r>
              <a:rPr lang="en-US" altLang="en-US">
                <a:latin typeface="Times New Roman" panose="02020603050405020304" charset="0"/>
                <a:cs typeface="Times New Roman" panose="02020603050405020304" charset="0"/>
              </a:rPr>
              <a:t>[50, 40, 30, 20, 10]</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latin typeface="Times New Roman" panose="02020603050405020304" charset="0"/>
                <a:cs typeface="Times New Roman" panose="02020603050405020304" charset="0"/>
              </a:rPr>
              <a:t>Aliasing</a:t>
            </a:r>
            <a:endParaRPr lang="en-IN"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Autofit/>
          </a:bodyPr>
          <a:p>
            <a:pPr fontAlgn="auto">
              <a:lnSpc>
                <a:spcPct val="100000"/>
              </a:lnSpc>
              <a:spcBef>
                <a:spcPts val="0"/>
              </a:spcBef>
            </a:pPr>
            <a:r>
              <a:rPr lang="en-US" altLang="en-US" sz="2000">
                <a:latin typeface="Times New Roman" panose="02020603050405020304" charset="0"/>
                <a:cs typeface="Times New Roman" panose="02020603050405020304" charset="0"/>
              </a:rPr>
              <a:t>Aliasing means giving another name to the same list.</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When we write:</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list2 = list1</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both list1 and list2 refer to the same list.</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No new list is created.</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Example of Aliasing</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list1 = [10, 20, 30]</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list2 = list1</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print(list1)</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print(list2)</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Output:</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[10, 20, 30]</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[10, 20, 30]</a:t>
            </a:r>
            <a:endParaRPr lang="en-US" altLang="en-US" sz="2000">
              <a:latin typeface="Times New Roman" panose="02020603050405020304" charset="0"/>
              <a:cs typeface="Times New Roman" panose="02020603050405020304" charset="0"/>
            </a:endParaRPr>
          </a:p>
          <a:p>
            <a:pPr fontAlgn="auto">
              <a:lnSpc>
                <a:spcPct val="100000"/>
              </a:lnSpc>
              <a:spcBef>
                <a:spcPts val="0"/>
              </a:spcBef>
            </a:pPr>
            <a:endParaRPr lang="en-US" altLang="en-US" sz="2000">
              <a:latin typeface="Times New Roman" panose="02020603050405020304" charset="0"/>
              <a:cs typeface="Times New Roman" panose="02020603050405020304" charset="0"/>
            </a:endParaRPr>
          </a:p>
          <a:p>
            <a:pPr fontAlgn="auto">
              <a:lnSpc>
                <a:spcPct val="100000"/>
              </a:lnSpc>
              <a:spcBef>
                <a:spcPts val="0"/>
              </a:spcBef>
            </a:pPr>
            <a:r>
              <a:rPr lang="en-US" altLang="en-US" sz="2000">
                <a:latin typeface="Times New Roman" panose="02020603050405020304" charset="0"/>
                <a:cs typeface="Times New Roman" panose="02020603050405020304" charset="0"/>
              </a:rPr>
              <a:t>Both variables refer to the same list.</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616585"/>
            <a:ext cx="10800080" cy="5558790"/>
          </a:xfrm>
        </p:spPr>
        <p:txBody>
          <a:bodyPr>
            <a:normAutofit lnSpcReduction="10000"/>
          </a:bodyPr>
          <a:p>
            <a:pPr marL="0" indent="0" fontAlgn="auto">
              <a:lnSpc>
                <a:spcPct val="100000"/>
              </a:lnSpc>
              <a:spcBef>
                <a:spcPts val="0"/>
              </a:spcBef>
            </a:pPr>
            <a:r>
              <a:rPr lang="en-US" altLang="en-US">
                <a:latin typeface="Times New Roman" panose="02020603050405020304" charset="0"/>
                <a:cs typeface="Times New Roman" panose="02020603050405020304" charset="0"/>
              </a:rPr>
              <a:t>Effect of Aliasing</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If we modify the list using list2:</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list1 = [10,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list2 = list1</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list2[0] = 100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print(list1)</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print(list2)</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[100,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[100,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pPr>
            <a:r>
              <a:rPr lang="en-US" altLang="en-US">
                <a:latin typeface="Times New Roman" panose="02020603050405020304" charset="0"/>
                <a:cs typeface="Times New Roman" panose="02020603050405020304" charset="0"/>
              </a:rPr>
              <a:t>Changing list2 also changes list1 because both refer to the same list.</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95960" y="563880"/>
            <a:ext cx="10800080" cy="5611495"/>
          </a:xfrm>
        </p:spPr>
        <p:txBody>
          <a:bodyPr/>
          <a:p>
            <a:r>
              <a:rPr lang="en-US" altLang="en-US" sz="2800">
                <a:latin typeface="Times New Roman" panose="02020603050405020304" charset="0"/>
                <a:cs typeface="Times New Roman" panose="02020603050405020304" charset="0"/>
              </a:rPr>
              <a:t>Aliasing vs Cloning</a:t>
            </a:r>
            <a:endParaRPr lang="en-US" altLang="en-US" sz="2800">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Aliasing</a:t>
            </a:r>
            <a:endParaRPr lang="en-US" altLang="en-US" sz="2800">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 = list1</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Both variables refer to the same list.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No new list is created.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Changes in one list are reflected in the other.</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US" altLang="en-US" sz="2800" b="1">
                <a:latin typeface="Times New Roman" panose="02020603050405020304" charset="0"/>
                <a:cs typeface="Times New Roman" panose="02020603050405020304" charset="0"/>
              </a:rPr>
              <a:t>Cloning</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 = list1.copy()</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 new list is created.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lists are separate.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Changes in one list do not affect the other.</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a:latin typeface="Times New Roman" panose="02020603050405020304" charset="0"/>
                <a:cs typeface="Times New Roman" panose="02020603050405020304" charset="0"/>
              </a:rPr>
              <a:t>List Operations</a:t>
            </a:r>
            <a:br>
              <a:rPr lang="en-US" altLang="en-US">
                <a:latin typeface="Times New Roman" panose="02020603050405020304" charset="0"/>
                <a:cs typeface="Times New Roman" panose="02020603050405020304" charset="0"/>
              </a:rPr>
            </a:b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95960" y="702310"/>
            <a:ext cx="10800080" cy="6057265"/>
          </a:xfrm>
        </p:spPr>
        <p:txBody>
          <a:bodyPr>
            <a:normAutofit fontScale="90000" lnSpcReduction="10000"/>
          </a:bodyPr>
          <a:p>
            <a:r>
              <a:rPr lang="en-US" altLang="en-US">
                <a:latin typeface="Times New Roman" panose="02020603050405020304" charset="0"/>
                <a:cs typeface="Times New Roman" panose="02020603050405020304" charset="0"/>
              </a:rPr>
              <a:t>The data type list allows manipulation of its contents</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through various operations.</a:t>
            </a:r>
            <a:endParaRPr lang="en-US" altLang="en-US">
              <a:latin typeface="Times New Roman" panose="02020603050405020304" charset="0"/>
              <a:cs typeface="Times New Roman" panose="02020603050405020304" charset="0"/>
            </a:endParaRPr>
          </a:p>
          <a:p>
            <a:r>
              <a:rPr lang="en-US" altLang="en-US" sz="2800">
                <a:latin typeface="Times New Roman" panose="02020603050405020304" charset="0"/>
                <a:cs typeface="Times New Roman" panose="02020603050405020304" charset="0"/>
              </a:rPr>
              <a:t>Concatenation</a:t>
            </a:r>
            <a:endParaRPr lang="en-US" altLang="en-US" sz="2800">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Python allows us to join two or more lists using</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concatenation operator depicted by the symbol +.</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#list1 is list of first five odd integers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list1 = [1,3,5,7,9]</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#list2 is list of first five even integers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list2 = [2,4,6,8,10]</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#elements of list1 followed by list2</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list1 + list2</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[1, 3, 5, 7, 9, 2, 4, 6, 8, 10]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list3 = ['Red','Green','Blue']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list4 = ['Cyan', 'Magenta', 'Yellow','Black']</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list3 + list4</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['Red','Green','Blue','Cyan','Magenta','Yellow','Black']</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p:txBody>
          <a:bodyPr/>
          <a:p>
            <a:r>
              <a:rPr lang="en-US" altLang="en-US">
                <a:latin typeface="Times New Roman" panose="02020603050405020304" charset="0"/>
                <a:cs typeface="Times New Roman" panose="02020603050405020304" charset="0"/>
              </a:rPr>
              <a:t>Note that, there is no change in ongoing lists, i.e.,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list1, list2, list3, list4 remain the same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after concatenation operation. If we want to merge two</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lists, then we should use an assignment statement to</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assign the merged list to another list. </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concatenation</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operator '+’ requires that the operands should be of list</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type only. If we try to concatenate a list with elements of</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some other data type, TypeError occurs.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list1 = [1,2,3]</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str1 = "abc"</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&gt;&gt;&gt; list1 + str1</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TypeError: can only</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concatenate list (not"str") to list</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latin typeface="Times New Roman" panose="02020603050405020304" charset="0"/>
                <a:cs typeface="Times New Roman" panose="02020603050405020304" charset="0"/>
              </a:rPr>
              <a:t>List methods</a:t>
            </a:r>
            <a:endParaRPr lang="en-IN"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rmAutofit fontScale="90000" lnSpcReduction="20000"/>
          </a:bodyPr>
          <a:p>
            <a:pPr marL="0" indent="0" fontAlgn="auto">
              <a:lnSpc>
                <a:spcPct val="100000"/>
              </a:lnSpc>
              <a:spcBef>
                <a:spcPts val="0"/>
              </a:spcBef>
              <a:buNone/>
            </a:pPr>
            <a:r>
              <a:rPr lang="en-US" altLang="en-US">
                <a:latin typeface="Times New Roman" panose="02020603050405020304" charset="0"/>
                <a:cs typeface="Times New Roman" panose="02020603050405020304" charset="0"/>
              </a:rPr>
              <a:t>List methods are built-in methods provided by Python to perform different operations on list elements. </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They allow us to add, modify, remove, search, arrange, and copy elements in a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Consider the following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1. append()</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The append() method adds one element at the end of the list.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list.append(element)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 = [10, 20, 30]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numbers.append(40)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[10, 20, 30, 40]</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Important Point:</a:t>
            </a: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endParaRPr lang="en-US" altLang="en-US">
              <a:latin typeface="Times New Roman" panose="02020603050405020304" charset="0"/>
              <a:cs typeface="Times New Roman" panose="02020603050405020304" charset="0"/>
            </a:endParaRPr>
          </a:p>
          <a:p>
            <a:pPr marL="0" indent="0" fontAlgn="auto">
              <a:lnSpc>
                <a:spcPct val="100000"/>
              </a:lnSpc>
              <a:spcBef>
                <a:spcPts val="0"/>
              </a:spcBef>
              <a:buNone/>
            </a:pPr>
            <a:r>
              <a:rPr lang="en-US" altLang="en-US">
                <a:latin typeface="Times New Roman" panose="02020603050405020304" charset="0"/>
                <a:cs typeface="Times New Roman" panose="02020603050405020304" charset="0"/>
              </a:rPr>
              <a:t>append() adds the given element as a single element at the end of the list.</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p:txBody>
          <a:bodyPr>
            <a:normAutofit fontScale="90000"/>
          </a:bodyPr>
          <a:p>
            <a:r>
              <a:rPr lang="en-US" altLang="en-US">
                <a:latin typeface="Times New Roman" panose="02020603050405020304" charset="0"/>
                <a:cs typeface="Times New Roman" panose="02020603050405020304" charset="0"/>
              </a:rPr>
              <a:t>2. extend()</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extend() method adds multiple elements to the end of the list.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Syntax: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list.extend(iterable)</a:t>
            </a:r>
            <a:r>
              <a:rPr lang="en-IN" altLang="en-US">
                <a:latin typeface="Times New Roman" panose="02020603050405020304" charset="0"/>
                <a:cs typeface="Times New Roman" panose="02020603050405020304" charset="0"/>
              </a:rPr>
              <a:t>   #</a:t>
            </a:r>
            <a:r>
              <a:rPr lang="en-US" altLang="en-US">
                <a:latin typeface="Times New Roman" panose="02020603050405020304" charset="0"/>
                <a:cs typeface="Times New Roman" panose="02020603050405020304" charset="0"/>
              </a:rPr>
              <a:t> Any iterable (list, set, tuple, etc.)</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numbers.extend([40, 50, 60])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Output: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[10, 20, 30, 40, 50, 60]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Important Point: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extend() adds each element of the given iterable separately to the list.</a:t>
            </a:r>
            <a:endParaRPr lang="en-US" altLang="en-US">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insert() Method</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r>
              <a:rPr lang="en-US" altLang="en-US">
                <a:latin typeface="Times New Roman" panose="02020603050405020304" charset="0"/>
                <a:cs typeface="Times New Roman" panose="02020603050405020304" charset="0"/>
              </a:rPr>
              <a:t>The insert() method inserts the specified value at the specified position.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Syntax</a:t>
            </a:r>
            <a:r>
              <a:rPr lang="en-IN" altLang="en-US">
                <a:latin typeface="Times New Roman" panose="02020603050405020304" charset="0"/>
                <a:cs typeface="Times New Roman" panose="02020603050405020304" charset="0"/>
              </a:rPr>
              <a:t>:</a:t>
            </a:r>
            <a:endParaRPr lang="en-IN"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list.insert(pos, elmnt)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40, 50]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numbers.insert(2, 30)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The element is inserted before the element currently present at the specified index.</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latin typeface="Times New Roman" panose="02020603050405020304" charset="0"/>
                <a:cs typeface="Times New Roman" panose="02020603050405020304" charset="0"/>
              </a:rPr>
              <a:t>Pop</a:t>
            </a:r>
            <a:r>
              <a:rPr lang="en-US" altLang="en-US">
                <a:latin typeface="Times New Roman" panose="02020603050405020304" charset="0"/>
                <a:cs typeface="Times New Roman" panose="02020603050405020304" charset="0"/>
              </a:rPr>
              <a:t>() Method</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695960" y="1308099"/>
            <a:ext cx="10800000" cy="4873625"/>
          </a:xfrm>
        </p:spPr>
        <p:txBody>
          <a:bodyPr/>
          <a:p>
            <a:r>
              <a:rPr lang="en-US" altLang="en-US">
                <a:latin typeface="Times New Roman" panose="02020603050405020304" charset="0"/>
                <a:cs typeface="Times New Roman" panose="02020603050405020304" charset="0"/>
              </a:rPr>
              <a:t>The pop() method is used to remove an element from a list and return the removed element.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Syntax</a:t>
            </a:r>
            <a:r>
              <a:rPr lang="en-IN" altLang="en-US">
                <a:latin typeface="Times New Roman" panose="02020603050405020304" charset="0"/>
                <a:cs typeface="Times New Roman" panose="02020603050405020304" charset="0"/>
              </a:rPr>
              <a:t>:</a:t>
            </a:r>
            <a:endParaRPr lang="en-IN"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list.pop()</a:t>
            </a:r>
            <a:r>
              <a:rPr lang="en-IN" altLang="en-US">
                <a:latin typeface="Times New Roman" panose="02020603050405020304" charset="0"/>
                <a:cs typeface="Times New Roman" panose="02020603050405020304" charset="0"/>
              </a:rPr>
              <a:t>  OR </a:t>
            </a:r>
            <a:r>
              <a:rPr lang="en-US" altLang="en-US">
                <a:latin typeface="Times New Roman" panose="02020603050405020304" charset="0"/>
                <a:cs typeface="Times New Roman" panose="02020603050405020304" charset="0"/>
              </a:rPr>
              <a:t>list.pop(index)</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1.</a:t>
            </a:r>
            <a:r>
              <a:rPr lang="en-US" altLang="en-US">
                <a:latin typeface="Times New Roman" panose="02020603050405020304" charset="0"/>
                <a:cs typeface="Times New Roman" panose="02020603050405020304" charset="0"/>
              </a:rPr>
              <a:t>pop() without an index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If no index is specified, pop() removes the last element of the list.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x = numbers.pop()</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latin typeface="Times New Roman" panose="02020603050405020304" charset="0"/>
                <a:cs typeface="Times New Roman" panose="02020603050405020304" charset="0"/>
              </a:rPr>
              <a:t>Pop</a:t>
            </a:r>
            <a:r>
              <a:rPr lang="en-US" altLang="en-US">
                <a:latin typeface="Times New Roman" panose="02020603050405020304" charset="0"/>
                <a:cs typeface="Times New Roman" panose="02020603050405020304" charset="0"/>
              </a:rPr>
              <a:t>() Method</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buNone/>
            </a:pPr>
            <a:r>
              <a:rPr lang="en-US" altLang="en-US">
                <a:latin typeface="Times New Roman" panose="02020603050405020304" charset="0"/>
                <a:cs typeface="Times New Roman" panose="02020603050405020304" charset="0"/>
              </a:rPr>
              <a:t>2. pop(index)</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We can specify the index of the element that we want to remove.</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Example: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x = numbers.pop(2)</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print(x)</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remove() Method</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rmAutofit/>
          </a:bodyPr>
          <a:p>
            <a:pPr marL="0" indent="0">
              <a:buNone/>
            </a:pPr>
            <a:r>
              <a:rPr lang="en-US" altLang="en-US">
                <a:latin typeface="Times New Roman" panose="02020603050405020304" charset="0"/>
                <a:cs typeface="Times New Roman" panose="02020603050405020304" charset="0"/>
              </a:rPr>
              <a:t>The remove() method is used to remove a specific element (value) from a list.</a:t>
            </a: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Syntax:</a:t>
            </a:r>
            <a:endParaRPr lang="en-IN"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list.remove(element)</a:t>
            </a: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Example:</a:t>
            </a:r>
            <a:endParaRPr lang="en-IN"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numbers.remove(30)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If the value occurs more than once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remove() removes only the first occurrence of that value.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 = [10, 20, 30, 20, 40]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numbers.remove(20)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latin typeface="Times New Roman" panose="02020603050405020304" charset="0"/>
                <a:cs typeface="Times New Roman" panose="02020603050405020304" charset="0"/>
              </a:rPr>
              <a:t>reverse() Method</a:t>
            </a:r>
            <a:endParaRPr lang="en-US" altLang="en-US">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latin typeface="Times New Roman" panose="02020603050405020304" charset="0"/>
                <a:cs typeface="Times New Roman" panose="02020603050405020304" charset="0"/>
              </a:rPr>
              <a:t>The reverse() method is used to reverse the order of elements in a list.</a:t>
            </a:r>
            <a:endParaRPr lang="en-US" altLang="en-US">
              <a:latin typeface="Times New Roman" panose="02020603050405020304" charset="0"/>
              <a:cs typeface="Times New Roman" panose="02020603050405020304" charset="0"/>
            </a:endParaRPr>
          </a:p>
          <a:p>
            <a:pPr marL="0" indent="0">
              <a:buNone/>
            </a:pPr>
            <a:endParaRPr lang="en-IN"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Syntax:</a:t>
            </a:r>
            <a:endParaRPr lang="en-IN"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list.reverse()</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Example:</a:t>
            </a:r>
            <a:endParaRPr lang="en-IN"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 = [10, 20, 30, 40, 50]</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numbers.reverse()</a:t>
            </a:r>
            <a:endParaRPr lang="en-US" altLang="en-US">
              <a:latin typeface="Times New Roman" panose="02020603050405020304" charset="0"/>
              <a:cs typeface="Times New Roman" panose="02020603050405020304" charset="0"/>
            </a:endParaRPr>
          </a:p>
          <a:p>
            <a:pPr marL="0" indent="0">
              <a:buNone/>
            </a:pPr>
            <a:r>
              <a:rPr lang="en-US" altLang="en-US">
                <a:latin typeface="Times New Roman" panose="02020603050405020304" charset="0"/>
                <a:cs typeface="Times New Roman" panose="02020603050405020304" charset="0"/>
              </a:rPr>
              <a:t>print(numbers)</a:t>
            </a:r>
            <a:endParaRPr lang="en-US" alt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reverse() changes the original list by reversing the order of its elements.</a:t>
            </a:r>
            <a:endParaRPr lang="en-US" altLang="en-US">
              <a:latin typeface="Times New Roman" panose="02020603050405020304" charset="0"/>
              <a:cs typeface="Times New Roman" panose="02020603050405020304" charset="0"/>
            </a:endParaRPr>
          </a:p>
          <a:p>
            <a:pPr marL="0" indent="0">
              <a:buNone/>
            </a:pPr>
            <a:r>
              <a:rPr lang="en-IN" altLang="en-US">
                <a:latin typeface="Times New Roman" panose="02020603050405020304" charset="0"/>
                <a:cs typeface="Times New Roman" panose="02020603050405020304" charset="0"/>
              </a:rPr>
              <a:t>-</a:t>
            </a:r>
            <a:r>
              <a:rPr lang="en-US" altLang="en-US">
                <a:latin typeface="Times New Roman" panose="02020603050405020304" charset="0"/>
                <a:cs typeface="Times New Roman" panose="02020603050405020304" charset="0"/>
              </a:rPr>
              <a:t>It does not arrange the elements in ascending or descending order.</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3.xml><?xml version="1.0" encoding="utf-8"?>
<p:tagLst xmlns:p="http://schemas.openxmlformats.org/presentationml/2006/main">
  <p:tag name="KSO_WM_UNIT_ISCONTENTSTITLE" val="0"/>
  <p:tag name="KSO_WM_UNIT_ISNUMDGMTITLE" val="0"/>
  <p:tag name="KSO_WM_UNIT_PRESET_TEXT" val="添加文档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5.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7.xml><?xml version="1.0" encoding="utf-8"?>
<p:tagLst xmlns:p="http://schemas.openxmlformats.org/presentationml/2006/main">
  <p:tag name="KSO_WM_UNIT_LINE_FORE_SCHEMECOLOR_INDEX_BRIGHTNESS" val="0"/>
  <p:tag name="KSO_WM_UNIT_LINE_FORE_SCHEMECOLOR_INDEX" val="14"/>
  <p:tag name="KSO_WM_UNIT_LINE_FILL_TYPE" val="2"/>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8.xml><?xml version="1.0" encoding="utf-8"?>
<p:tagLst xmlns:p="http://schemas.openxmlformats.org/presentationml/2006/main">
  <p:tag name="KSO_WM_UNIT_ISCONTENTSTITLE" val="1"/>
  <p:tag name="KSO_WM_UNIT_ISNUMDGMTITLE" val="0"/>
  <p:tag name="KSO_WM_UNIT_PRESET_TEXT" val="CONTENT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4.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_4*e*1"/>
  <p:tag name="KSO_WM_UNIT_LAYERLEVEL" val="1"/>
  <p:tag name="KSO_WM_TAG_VERSION" val="3.0"/>
  <p:tag name="KSO_WM_BEAUTIFY_FLAG" val="#wm#"/>
</p:tagLst>
</file>

<file path=ppt/tags/tag2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418"/>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418"/>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9.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1.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3.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7*a*1"/>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8.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63.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598"/>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57"/>
</p:tagLst>
</file>

<file path=ppt/tags/tag7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3.0"/>
  <p:tag name="KSO_WM_BEAUTIFY_FLAG" val="#wm#"/>
  <p:tag name="KSO_WM_TEMPLATE_CATEGORY" val="custom"/>
  <p:tag name="KSO_WM_TEMPLATE_INDEX" val="20233457"/>
</p:tagLst>
</file>

<file path=ppt/tags/tag74.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57"/>
</p:tagLst>
</file>

<file path=ppt/tags/tag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3457_1*a*1"/>
  <p:tag name="KSO_WM_TEMPLATE_CATEGORY" val="custom"/>
  <p:tag name="KSO_WM_TEMPLATE_INDEX" val="20233457"/>
  <p:tag name="KSO_WM_UNIT_LAYERLEVEL" val="1"/>
  <p:tag name="KSO_WM_TAG_VERSION" val="3.0"/>
  <p:tag name="KSO_WM_BEAUTIFY_FLAG" val="#wm#"/>
  <p:tag name="KSO_WM_UNIT_PRESET_TEXT" val="Your title here"/>
</p:tagLst>
</file>

<file path=ppt/tags/tag76.xml><?xml version="1.0" encoding="utf-8"?>
<p:tagLst xmlns:p="http://schemas.openxmlformats.org/presentationml/2006/main">
  <p:tag name="KSO_WM_SPECIAL_SOURCE" val="bdnull"/>
  <p:tag name="KSO_WM_TEMPLATE_THUMBS_INDEX" val="1、11"/>
  <p:tag name="KSO_WM_SLIDE_CONTENT_AREA" val="{&quot;left&quot;:&quot;40.75&quot;,&quot;top&quot;:&quot;54.85&quot;,&quot;width&quot;:&quot;554.35&quot;,&quot;height&quot;:&quot;329.9&quot;}"/>
  <p:tag name="KSO_WM_SLIDE_ID" val="custom2023345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57"/>
  <p:tag name="KSO_WM_SLIDE_LAYOUT" val="a_b_f"/>
  <p:tag name="KSO_WM_SLIDE_LAYOUT_CNT" val="1_1_1"/>
  <p:tag name="KSO_WM_SLIDE_THEME_ID" val="3302484"/>
  <p:tag name="KSO_WM_SLIDE_THEME_NAME" val="Green Technology"/>
</p:tagLst>
</file>

<file path=ppt/tags/tag7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33457"/>
</p:tagLst>
</file>

<file path=ppt/tags/tag8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33457"/>
</p:tagLst>
</file>

<file path=ppt/tags/tag8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33457"/>
</p:tagLst>
</file>

<file path=ppt/tags/tag8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33457"/>
</p:tagLst>
</file>

<file path=ppt/tags/tag8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33457"/>
</p:tagLst>
</file>

<file path=ppt/tags/tag9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33457"/>
</p:tagLst>
</file>

<file path=ppt/tags/tag9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33457"/>
</p:tagLst>
</file>

<file path=ppt/tags/tag9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33457"/>
</p:tagLst>
</file>

<file path=ppt/tags/tag10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33457"/>
</p:tagLst>
</file>

<file path=ppt/tags/tag10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33457"/>
</p:tagLst>
</file>

<file path=ppt/tags/tag10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33457"/>
</p:tagLst>
</file>

<file path=ppt/tags/tag10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33457"/>
</p:tagLst>
</file>

<file path=ppt/tags/tag11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33457"/>
</p:tagLst>
</file>

<file path=ppt/tags/tag11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33457"/>
</p:tagLst>
</file>

<file path=ppt/tags/tag11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33457"/>
</p:tagLst>
</file>

<file path=ppt/tags/tag11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8.xml><?xml version="1.0" encoding="utf-8"?>
<p:tagLst xmlns:p="http://schemas.openxmlformats.org/presentationml/2006/main">
  <p:tag name="KSO_WM_BEAUTIFY_FLAG" val="#wm#"/>
  <p:tag name="KSO_WM_TEMPLATE_CATEGORY" val="custom"/>
  <p:tag name="KSO_WM_TEMPLATE_INDEX" val="20233457"/>
</p:tagLst>
</file>

<file path=ppt/tags/tag11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33457"/>
</p:tagLst>
</file>

<file path=ppt/tags/tag12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33457"/>
</p:tagLst>
</file>

<file path=ppt/tags/tag12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33457"/>
</p:tagLst>
</file>

<file path=ppt/tags/tag12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7.xml><?xml version="1.0" encoding="utf-8"?>
<p:tagLst xmlns:p="http://schemas.openxmlformats.org/presentationml/2006/main">
  <p:tag name="KSO_WM_BEAUTIFY_FLAG" val="#wm#"/>
  <p:tag name="KSO_WM_TEMPLATE_CATEGORY" val="custom"/>
  <p:tag name="KSO_WM_TEMPLATE_INDEX" val="20233457"/>
</p:tagLst>
</file>

<file path=ppt/tags/tag12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33457"/>
</p:tagLst>
</file>

<file path=ppt/tags/tag13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33457"/>
</p:tagLst>
</file>

<file path=ppt/tags/tag13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4.xml><?xml version="1.0" encoding="utf-8"?>
<p:tagLst xmlns:p="http://schemas.openxmlformats.org/presentationml/2006/main">
  <p:tag name="KSO_WM_BEAUTIFY_FLAG" val="#wm#"/>
  <p:tag name="KSO_WM_TEMPLATE_CATEGORY" val="custom"/>
  <p:tag name="KSO_WM_TEMPLATE_INDEX" val="20233457"/>
</p:tagLst>
</file>

<file path=ppt/tags/tag1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3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7.xml><?xml version="1.0" encoding="utf-8"?>
<p:tagLst xmlns:p="http://schemas.openxmlformats.org/presentationml/2006/main">
  <p:tag name="KSO_WM_BEAUTIFY_FLAG" val="#wm#"/>
  <p:tag name="KSO_WM_TEMPLATE_CATEGORY" val="custom"/>
  <p:tag name="KSO_WM_TEMPLATE_INDEX" val="20233457"/>
</p:tagLst>
</file>

<file path=ppt/tags/tag13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33457"/>
</p:tagLst>
</file>

<file path=ppt/tags/tag14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33457"/>
</p:tagLst>
</file>

<file path=ppt/tags/tag14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33457"/>
</p:tagLst>
</file>

<file path=ppt/tags/tag14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33457"/>
</p:tagLst>
</file>

<file path=ppt/tags/tag14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33457"/>
</p:tagLst>
</file>

<file path=ppt/tags/tag15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33457"/>
</p:tagLst>
</file>

<file path=ppt/tags/tag1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33457"/>
</p:tagLst>
</file>

<file path=ppt/tags/tag15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9.xml><?xml version="1.0" encoding="utf-8"?>
<p:tagLst xmlns:p="http://schemas.openxmlformats.org/presentationml/2006/main">
  <p:tag name="KSO_WM_BEAUTIFY_FLAG" val="#wm#"/>
  <p:tag name="KSO_WM_TEMPLATE_CATEGORY" val="custom"/>
  <p:tag name="KSO_WM_TEMPLATE_INDEX" val="202334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自定义 64">
      <a:dk1>
        <a:srgbClr val="000000"/>
      </a:dk1>
      <a:lt1>
        <a:srgbClr val="FFFFFF"/>
      </a:lt1>
      <a:dk2>
        <a:srgbClr val="003E28"/>
      </a:dk2>
      <a:lt2>
        <a:srgbClr val="ECFEF8"/>
      </a:lt2>
      <a:accent1>
        <a:srgbClr val="47FFBC"/>
      </a:accent1>
      <a:accent2>
        <a:srgbClr val="51E8C9"/>
      </a:accent2>
      <a:accent3>
        <a:srgbClr val="5AD2D6"/>
      </a:accent3>
      <a:accent4>
        <a:srgbClr val="64BBE3"/>
      </a:accent4>
      <a:accent5>
        <a:srgbClr val="6DA5F0"/>
      </a:accent5>
      <a:accent6>
        <a:srgbClr val="778EFD"/>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11441</Words>
  <Application>WPS Presentation</Application>
  <PresentationFormat>Widescreen</PresentationFormat>
  <Paragraphs>520</Paragraphs>
  <Slides>33</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33</vt:i4>
      </vt:variant>
    </vt:vector>
  </HeadingPairs>
  <TitlesOfParts>
    <vt:vector size="46" baseType="lpstr">
      <vt:lpstr>Arial</vt:lpstr>
      <vt:lpstr>SimSun</vt:lpstr>
      <vt:lpstr>Wingdings</vt:lpstr>
      <vt:lpstr>Times New Roman</vt:lpstr>
      <vt:lpstr>Lato</vt:lpstr>
      <vt:lpstr>AMGDT</vt:lpstr>
      <vt:lpstr>Microsoft YaHei</vt:lpstr>
      <vt:lpstr>Arial Unicode MS</vt:lpstr>
      <vt:lpstr>Manrope ExtraBold</vt:lpstr>
      <vt:lpstr>Calibri</vt:lpstr>
      <vt:lpstr>Calibri Light</vt:lpstr>
      <vt:lpstr>Office Theme</vt:lpstr>
      <vt:lpstr>2_Office Theme</vt:lpstr>
      <vt:lpstr>List Adding Items to a List,  Finding and Updating an Item,  Nested Lists,  Cloning Lists,  sorting a List,  List Concatenation,  List Slices,  List Methods,  Mutability,  Aliasing</vt:lpstr>
      <vt:lpstr> Introduction to List</vt:lpstr>
      <vt:lpstr>Accessing Elements in a List</vt:lpstr>
      <vt:lpstr>Creating a List</vt:lpstr>
      <vt:lpstr>Adding Items to a List</vt:lpstr>
      <vt:lpstr>Accessing Elements in a List</vt:lpstr>
      <vt:lpstr>PowerPoint 演示文稿</vt:lpstr>
      <vt:lpstr>Lists are Mutable</vt:lpstr>
      <vt:lpstr>Finding and Updating an Item in a List</vt:lpstr>
      <vt:lpstr>PowerPoint 演示文稿</vt:lpstr>
      <vt:lpstr>Updating an Item in a List</vt:lpstr>
      <vt:lpstr>Nested List</vt:lpstr>
      <vt:lpstr>PowerPoint 演示文稿</vt:lpstr>
      <vt:lpstr>PowerPoint 演示文稿</vt:lpstr>
      <vt:lpstr>Cloning a list</vt:lpstr>
      <vt:lpstr>PowerPoint 演示文稿</vt:lpstr>
      <vt:lpstr>PowerPoint 演示文稿</vt:lpstr>
      <vt:lpstr>PowerPoint 演示文稿</vt:lpstr>
      <vt:lpstr>Sorting a List</vt:lpstr>
      <vt:lpstr>PowerPoint 演示文稿</vt:lpstr>
      <vt:lpstr>PowerPoint 演示文稿</vt:lpstr>
      <vt:lpstr>Aliasing</vt:lpstr>
      <vt:lpstr>PowerPoint 演示文稿</vt:lpstr>
      <vt:lpstr>PowerPoint 演示文稿</vt:lpstr>
      <vt:lpstr>List Operations </vt:lpstr>
      <vt:lpstr>PowerPoint 演示文稿</vt:lpstr>
      <vt:lpstr>List methods</vt:lpstr>
      <vt:lpstr>PowerPoint 演示文稿</vt:lpstr>
      <vt:lpstr>insert() Method</vt:lpstr>
      <vt:lpstr>Pop() Method</vt:lpstr>
      <vt:lpstr>Pop() Method</vt:lpstr>
      <vt:lpstr>remove() Method</vt:lpstr>
      <vt:lpstr>reverse() Method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RUSHIKESH</dc:creator>
  <cp:lastModifiedBy>RUSHIKESH</cp:lastModifiedBy>
  <cp:revision>18</cp:revision>
  <dcterms:created xsi:type="dcterms:W3CDTF">2025-07-23T00:59:00Z</dcterms:created>
  <dcterms:modified xsi:type="dcterms:W3CDTF">2026-09-24T09:17:09Z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7E4843C6395E4D7194AD492C016EB367_11</vt:lpwstr>
  </property>
  <property fmtid="{D5CDD505-2E9C-101B-9397-08002B2CF9AE}" pid="3" name="KSOProductBuildVer">
    <vt:lpwstr>1033-12.1.0.25242</vt:lpwstr>
  </property>
</Properties>
</file>